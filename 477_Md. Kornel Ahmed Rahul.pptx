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embeddedFontLst>
    <p:embeddedFont>
      <p:font typeface="Book Antiqua" panose="02040602050305030304" pitchFamily="18" charset="0"/>
      <p:regular r:id="rId21"/>
      <p:bold r:id="rId22"/>
      <p:italic r:id="rId23"/>
      <p:boldItalic r:id="rId24"/>
    </p:embeddedFont>
    <p:embeddedFont>
      <p:font typeface="Garamond" panose="02020404030301010803" pitchFamily="18" charset="0"/>
      <p:regular r:id="rId25"/>
      <p:bold r:id="rId26"/>
      <p:italic r:id="rId27"/>
      <p:boldItalic r:id="rId28"/>
    </p:embeddedFont>
    <p:embeddedFont>
      <p:font typeface="Georgia" panose="02040502050405020303" pitchFamily="18" charset="0"/>
      <p:regular r:id="rId29"/>
      <p:bold r:id="rId30"/>
      <p:italic r:id="rId31"/>
      <p:boldItalic r:id="rId32"/>
    </p:embeddedFont>
    <p:embeddedFont>
      <p:font typeface="Helvetica Neue" panose="020B0604020202020204" charset="0"/>
      <p:regular r:id="rId33"/>
      <p:bold r:id="rId34"/>
      <p:italic r:id="rId35"/>
      <p:boldItalic r:id="rId36"/>
    </p:embeddedFont>
    <p:embeddedFont>
      <p:font typeface="Libre Baskerville" panose="02000000000000000000" pitchFamily="2" charset="0"/>
      <p:regular r:id="rId37"/>
      <p:bold r:id="rId38"/>
      <p:italic r:id="rId39"/>
    </p:embeddedFont>
    <p:embeddedFont>
      <p:font typeface="Pinyon Script" panose="020B0604020202020204" charset="0"/>
      <p:regular r:id="rId40"/>
    </p:embeddedFont>
    <p:embeddedFont>
      <p:font typeface="Poppins" panose="00000500000000000000"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guide id="3" pos="7296">
          <p15:clr>
            <a:srgbClr val="A4A3A4"/>
          </p15:clr>
        </p15:guide>
        <p15:guide id="4" orient="horz" pos="4128">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5" roundtripDataSignature="AMtx7mhZzeXSqiqVfjsbvFIaUZDe2RzyC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0D69AD8-29A4-4AA7-B508-2EB6D6330799}">
  <a:tblStyle styleId="{30D69AD8-29A4-4AA7-B508-2EB6D6330799}"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chemeClr val="accent1"/>
              </a:solidFill>
              <a:prstDash val="solid"/>
              <a:round/>
              <a:headEnd type="none" w="sm" len="sm"/>
              <a:tailEnd type="none" w="sm" len="sm"/>
            </a:ln>
          </a:top>
          <a:bottom>
            <a:ln w="12700" cap="flat" cmpd="sng">
              <a:solidFill>
                <a:schemeClr val="accen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fill>
          <a:solidFill>
            <a:schemeClr val="accent1">
              <a:alpha val="20000"/>
            </a:schemeClr>
          </a:solidFill>
        </a:fill>
      </a:tcStyle>
    </a:band1H>
    <a:band2H>
      <a:tcTxStyle/>
      <a:tcStyle>
        <a:tcBdr/>
      </a:tcStyle>
    </a:band2H>
    <a:band1V>
      <a:tcTxStyle/>
      <a:tcStyle>
        <a:tcBdr/>
        <a:fill>
          <a:solidFill>
            <a:schemeClr val="accent1">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12700" cap="flat" cmpd="sng">
              <a:solidFill>
                <a:schemeClr val="accent1"/>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1219" y="48"/>
      </p:cViewPr>
      <p:guideLst>
        <p:guide orient="horz" pos="2160"/>
        <p:guide pos="3840"/>
        <p:guide pos="7296"/>
        <p:guide orient="horz" pos="412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9" Type="http://schemas.openxmlformats.org/officeDocument/2006/relationships/font" Target="fonts/font19.fntdata"/><Relationship Id="rId21" Type="http://schemas.openxmlformats.org/officeDocument/2006/relationships/font" Target="fonts/font1.fntdata"/><Relationship Id="rId34" Type="http://schemas.openxmlformats.org/officeDocument/2006/relationships/font" Target="fonts/font14.fntdata"/><Relationship Id="rId42" Type="http://schemas.openxmlformats.org/officeDocument/2006/relationships/font" Target="fonts/font22.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9.fntdata"/><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font" Target="fonts/font17.fntdata"/><Relationship Id="rId40" Type="http://schemas.openxmlformats.org/officeDocument/2006/relationships/font" Target="fonts/font20.fntdata"/><Relationship Id="rId45"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font" Target="fonts/font16.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4" Type="http://schemas.openxmlformats.org/officeDocument/2006/relationships/font" Target="fonts/font2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43" Type="http://schemas.openxmlformats.org/officeDocument/2006/relationships/font" Target="fonts/font23.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font" Target="fonts/font18.fntdata"/><Relationship Id="rId46" Type="http://schemas.openxmlformats.org/officeDocument/2006/relationships/presProps" Target="presProps.xml"/><Relationship Id="rId20" Type="http://schemas.openxmlformats.org/officeDocument/2006/relationships/notesMaster" Target="notesMasters/notesMaster1.xml"/><Relationship Id="rId41" Type="http://schemas.openxmlformats.org/officeDocument/2006/relationships/font" Target="fonts/font21.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Arial"/>
              <a:buNone/>
            </a:pPr>
            <a:endParaRPr/>
          </a:p>
        </p:txBody>
      </p:sp>
      <p:sp>
        <p:nvSpPr>
          <p:cNvPr id="132" name="Google Shape;13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0" name="Google Shape;15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Arial"/>
              <a:buNone/>
            </a:pPr>
            <a:endParaRPr/>
          </a:p>
        </p:txBody>
      </p:sp>
      <p:sp>
        <p:nvSpPr>
          <p:cNvPr id="151" name="Google Shape;151;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9" name="Google Shape;169;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Arial"/>
              <a:buNone/>
            </a:pPr>
            <a:endParaRPr/>
          </a:p>
        </p:txBody>
      </p:sp>
      <p:sp>
        <p:nvSpPr>
          <p:cNvPr id="170" name="Google Shape;170;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Arial"/>
              <a:buNone/>
            </a:pPr>
            <a:endParaRPr/>
          </a:p>
        </p:txBody>
      </p:sp>
      <p:sp>
        <p:nvSpPr>
          <p:cNvPr id="189" name="Google Shape;189;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 name="Google Shape;208;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Arial"/>
              <a:buNone/>
            </a:pPr>
            <a:endParaRPr/>
          </a:p>
        </p:txBody>
      </p:sp>
      <p:sp>
        <p:nvSpPr>
          <p:cNvPr id="209" name="Google Shape;209;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7" name="Google Shape;227;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Arial"/>
              <a:buNone/>
            </a:pPr>
            <a:endParaRPr/>
          </a:p>
        </p:txBody>
      </p:sp>
      <p:sp>
        <p:nvSpPr>
          <p:cNvPr id="228" name="Google Shape;228;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Arial"/>
              <a:buNone/>
            </a:pPr>
            <a:endParaRPr/>
          </a:p>
        </p:txBody>
      </p:sp>
      <p:sp>
        <p:nvSpPr>
          <p:cNvPr id="247" name="Google Shape;247;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5" name="Google Shape;265;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Arial"/>
              <a:buNone/>
            </a:pPr>
            <a:endParaRPr/>
          </a:p>
        </p:txBody>
      </p:sp>
      <p:sp>
        <p:nvSpPr>
          <p:cNvPr id="266" name="Google Shape;266;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6" name="Google Shape;286;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Arial"/>
              <a:buNone/>
            </a:pPr>
            <a:endParaRPr/>
          </a:p>
        </p:txBody>
      </p:sp>
      <p:sp>
        <p:nvSpPr>
          <p:cNvPr id="287" name="Google Shape;287;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9" name="Google Shape;309;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Arial"/>
              <a:buNone/>
            </a:pPr>
            <a:endParaRPr/>
          </a:p>
        </p:txBody>
      </p:sp>
      <p:sp>
        <p:nvSpPr>
          <p:cNvPr id="310" name="Google Shape;310;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2" name="Google Shape;332;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Arial"/>
              <a:buNone/>
            </a:pPr>
            <a:endParaRPr/>
          </a:p>
        </p:txBody>
      </p:sp>
      <p:sp>
        <p:nvSpPr>
          <p:cNvPr id="333" name="Google Shape;333;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4" name="Google Shape;354;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Arial"/>
              <a:buNone/>
            </a:pPr>
            <a:endParaRPr/>
          </a:p>
        </p:txBody>
      </p:sp>
      <p:sp>
        <p:nvSpPr>
          <p:cNvPr id="355" name="Google Shape;355;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6" name="Google Shape;376;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Arial"/>
              <a:buNone/>
            </a:pPr>
            <a:endParaRPr/>
          </a:p>
        </p:txBody>
      </p:sp>
      <p:sp>
        <p:nvSpPr>
          <p:cNvPr id="377" name="Google Shape;377;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5" name="Google Shape;395;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Arial"/>
              <a:buNone/>
            </a:pPr>
            <a:endParaRPr/>
          </a:p>
        </p:txBody>
      </p:sp>
      <p:sp>
        <p:nvSpPr>
          <p:cNvPr id="396" name="Google Shape;396;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4" name="Google Shape;414;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Arial"/>
              <a:buNone/>
            </a:pPr>
            <a:endParaRPr/>
          </a:p>
        </p:txBody>
      </p:sp>
      <p:sp>
        <p:nvSpPr>
          <p:cNvPr id="415" name="Google Shape;415;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3" name="Google Shape;433;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Arial"/>
              <a:buNone/>
            </a:pPr>
            <a:endParaRPr/>
          </a:p>
        </p:txBody>
      </p:sp>
      <p:sp>
        <p:nvSpPr>
          <p:cNvPr id="434" name="Google Shape;434;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2" name="Google Shape;452;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Arial"/>
              <a:buNone/>
            </a:pPr>
            <a:endParaRPr/>
          </a:p>
        </p:txBody>
      </p:sp>
      <p:sp>
        <p:nvSpPr>
          <p:cNvPr id="453" name="Google Shape;453;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20"/>
          <p:cNvSpPr txBox="1">
            <a:spLocks noGrp="1"/>
          </p:cNvSpPr>
          <p:nvPr>
            <p:ph type="ftr" idx="11"/>
          </p:nvPr>
        </p:nvSpPr>
        <p:spPr>
          <a:xfrm>
            <a:off x="7010400" y="612648"/>
            <a:ext cx="1767840" cy="45720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0"/>
          <p:cNvSpPr txBox="1">
            <a:spLocks noGrp="1"/>
          </p:cNvSpPr>
          <p:nvPr>
            <p:ph type="dt" idx="10"/>
          </p:nvPr>
        </p:nvSpPr>
        <p:spPr>
          <a:xfrm>
            <a:off x="8782048" y="612648"/>
            <a:ext cx="1276352"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0"/>
          <p:cNvSpPr txBox="1">
            <a:spLocks noGrp="1"/>
          </p:cNvSpPr>
          <p:nvPr>
            <p:ph type="sldNum" idx="12"/>
          </p:nvPr>
        </p:nvSpPr>
        <p:spPr>
          <a:xfrm>
            <a:off x="10899648" y="2272"/>
            <a:ext cx="1016000" cy="365760"/>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2"/>
        <p:cNvGrpSpPr/>
        <p:nvPr/>
      </p:nvGrpSpPr>
      <p:grpSpPr>
        <a:xfrm>
          <a:off x="0" y="0"/>
          <a:ext cx="0" cy="0"/>
          <a:chOff x="0" y="0"/>
          <a:chExt cx="0" cy="0"/>
        </a:xfrm>
      </p:grpSpPr>
      <p:sp>
        <p:nvSpPr>
          <p:cNvPr id="33" name="Google Shape;33;p21"/>
          <p:cNvSpPr txBox="1">
            <a:spLocks noGrp="1"/>
          </p:cNvSpPr>
          <p:nvPr>
            <p:ph type="title"/>
          </p:nvPr>
        </p:nvSpPr>
        <p:spPr>
          <a:xfrm>
            <a:off x="609600" y="1143000"/>
            <a:ext cx="10972800" cy="10668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21"/>
          <p:cNvSpPr txBox="1">
            <a:spLocks noGrp="1"/>
          </p:cNvSpPr>
          <p:nvPr>
            <p:ph type="body" idx="1"/>
          </p:nvPr>
        </p:nvSpPr>
        <p:spPr>
          <a:xfrm>
            <a:off x="609600" y="2249424"/>
            <a:ext cx="10972800" cy="4325112"/>
          </a:xfrm>
          <a:prstGeom prst="rect">
            <a:avLst/>
          </a:prstGeom>
          <a:noFill/>
          <a:ln>
            <a:noFill/>
          </a:ln>
        </p:spPr>
        <p:txBody>
          <a:bodyPr spcFirstLastPara="1" wrap="square" lIns="91425" tIns="45700" rIns="91425" bIns="45700" anchor="t" anchorCtr="0">
            <a:normAutofit/>
          </a:bodyPr>
          <a:lstStyle>
            <a:lvl1pPr marL="457200" lvl="0" indent="-406400" algn="l">
              <a:spcBef>
                <a:spcPts val="300"/>
              </a:spcBef>
              <a:spcAft>
                <a:spcPts val="0"/>
              </a:spcAft>
              <a:buSzPts val="2800"/>
              <a:buChar char="•"/>
              <a:defRPr/>
            </a:lvl1pPr>
            <a:lvl2pPr marL="914400" lvl="1" indent="-342900" algn="l">
              <a:spcBef>
                <a:spcPts val="300"/>
              </a:spcBef>
              <a:spcAft>
                <a:spcPts val="0"/>
              </a:spcAft>
              <a:buSzPts val="1800"/>
              <a:buChar char="▫"/>
              <a:defRPr/>
            </a:lvl2pPr>
            <a:lvl3pPr marL="1371600" lvl="2" indent="-342900" algn="l">
              <a:spcBef>
                <a:spcPts val="300"/>
              </a:spcBef>
              <a:spcAft>
                <a:spcPts val="0"/>
              </a:spcAft>
              <a:buSzPts val="1800"/>
              <a:buChar char="●"/>
              <a:defRPr/>
            </a:lvl3pPr>
            <a:lvl4pPr marL="1828800" lvl="3" indent="-342900" algn="l">
              <a:spcBef>
                <a:spcPts val="300"/>
              </a:spcBef>
              <a:spcAft>
                <a:spcPts val="0"/>
              </a:spcAft>
              <a:buSzPts val="1800"/>
              <a:buChar char="●"/>
              <a:defRPr/>
            </a:lvl4pPr>
            <a:lvl5pPr marL="2286000" lvl="4" indent="-355600" algn="l">
              <a:spcBef>
                <a:spcPts val="300"/>
              </a:spcBef>
              <a:spcAft>
                <a:spcPts val="0"/>
              </a:spcAft>
              <a:buSzPts val="2000"/>
              <a:buChar char="●"/>
              <a:defRPr/>
            </a:lvl5pPr>
            <a:lvl6pPr marL="2743200" lvl="5" indent="-342900" algn="l">
              <a:spcBef>
                <a:spcPts val="300"/>
              </a:spcBef>
              <a:spcAft>
                <a:spcPts val="0"/>
              </a:spcAft>
              <a:buSzPts val="1800"/>
              <a:buChar char="●"/>
              <a:defRPr/>
            </a:lvl6pPr>
            <a:lvl7pPr marL="3200400" lvl="6" indent="-342900" algn="l">
              <a:spcBef>
                <a:spcPts val="300"/>
              </a:spcBef>
              <a:spcAft>
                <a:spcPts val="0"/>
              </a:spcAft>
              <a:buSzPts val="1800"/>
              <a:buChar char="●"/>
              <a:defRPr/>
            </a:lvl7pPr>
            <a:lvl8pPr marL="3657600" lvl="7" indent="-342900" algn="l">
              <a:spcBef>
                <a:spcPts val="300"/>
              </a:spcBef>
              <a:spcAft>
                <a:spcPts val="0"/>
              </a:spcAft>
              <a:buSzPts val="1800"/>
              <a:buChar char="●"/>
              <a:defRPr/>
            </a:lvl8pPr>
            <a:lvl9pPr marL="4114800" lvl="8" indent="-342900" algn="l">
              <a:spcBef>
                <a:spcPts val="300"/>
              </a:spcBef>
              <a:spcAft>
                <a:spcPts val="0"/>
              </a:spcAft>
              <a:buSzPts val="1800"/>
              <a:buChar char="●"/>
              <a:defRPr/>
            </a:lvl9pPr>
          </a:lstStyle>
          <a:p>
            <a:endParaRPr/>
          </a:p>
        </p:txBody>
      </p:sp>
      <p:sp>
        <p:nvSpPr>
          <p:cNvPr id="35" name="Google Shape;35;p21"/>
          <p:cNvSpPr txBox="1">
            <a:spLocks noGrp="1"/>
          </p:cNvSpPr>
          <p:nvPr>
            <p:ph type="ftr" idx="11"/>
          </p:nvPr>
        </p:nvSpPr>
        <p:spPr>
          <a:xfrm>
            <a:off x="7010400" y="612648"/>
            <a:ext cx="1767840" cy="45720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21"/>
          <p:cNvSpPr txBox="1">
            <a:spLocks noGrp="1"/>
          </p:cNvSpPr>
          <p:nvPr>
            <p:ph type="dt" idx="10"/>
          </p:nvPr>
        </p:nvSpPr>
        <p:spPr>
          <a:xfrm>
            <a:off x="8782048" y="612648"/>
            <a:ext cx="1276352"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21"/>
          <p:cNvSpPr txBox="1">
            <a:spLocks noGrp="1"/>
          </p:cNvSpPr>
          <p:nvPr>
            <p:ph type="sldNum" idx="12"/>
          </p:nvPr>
        </p:nvSpPr>
        <p:spPr>
          <a:xfrm>
            <a:off x="10899648" y="2272"/>
            <a:ext cx="1016000" cy="365760"/>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38"/>
        <p:cNvGrpSpPr/>
        <p:nvPr/>
      </p:nvGrpSpPr>
      <p:grpSpPr>
        <a:xfrm>
          <a:off x="0" y="0"/>
          <a:ext cx="0" cy="0"/>
          <a:chOff x="0" y="0"/>
          <a:chExt cx="0" cy="0"/>
        </a:xfrm>
      </p:grpSpPr>
      <p:sp>
        <p:nvSpPr>
          <p:cNvPr id="39" name="Google Shape;39;p22"/>
          <p:cNvSpPr/>
          <p:nvPr/>
        </p:nvSpPr>
        <p:spPr>
          <a:xfrm>
            <a:off x="0" y="0"/>
            <a:ext cx="12192000" cy="37017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 name="Google Shape;40;p22"/>
          <p:cNvSpPr/>
          <p:nvPr/>
        </p:nvSpPr>
        <p:spPr>
          <a:xfrm rot="10800000" flipH="1">
            <a:off x="7213577" y="3810001"/>
            <a:ext cx="4978425" cy="91087"/>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 name="Google Shape;41;p22"/>
          <p:cNvSpPr/>
          <p:nvPr/>
        </p:nvSpPr>
        <p:spPr>
          <a:xfrm rot="10800000" flipH="1">
            <a:off x="7213601" y="3897010"/>
            <a:ext cx="4978401" cy="192024"/>
          </a:xfrm>
          <a:prstGeom prst="rect">
            <a:avLst/>
          </a:prstGeom>
          <a:solidFill>
            <a:schemeClr val="accent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 name="Google Shape;42;p22"/>
          <p:cNvSpPr/>
          <p:nvPr/>
        </p:nvSpPr>
        <p:spPr>
          <a:xfrm rot="10800000" flipH="1">
            <a:off x="7213601" y="4115167"/>
            <a:ext cx="4978401" cy="9144"/>
          </a:xfrm>
          <a:prstGeom prst="rect">
            <a:avLst/>
          </a:prstGeom>
          <a:solidFill>
            <a:schemeClr val="accent2">
              <a:alpha val="6470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 name="Google Shape;43;p22"/>
          <p:cNvSpPr/>
          <p:nvPr/>
        </p:nvSpPr>
        <p:spPr>
          <a:xfrm rot="10800000" flipH="1">
            <a:off x="7213600" y="4164403"/>
            <a:ext cx="2621280" cy="18288"/>
          </a:xfrm>
          <a:prstGeom prst="rect">
            <a:avLst/>
          </a:prstGeom>
          <a:solidFill>
            <a:schemeClr val="accent2">
              <a:alpha val="6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 name="Google Shape;44;p22"/>
          <p:cNvSpPr/>
          <p:nvPr/>
        </p:nvSpPr>
        <p:spPr>
          <a:xfrm rot="10800000" flipH="1">
            <a:off x="7213600" y="4199572"/>
            <a:ext cx="2621280" cy="9144"/>
          </a:xfrm>
          <a:prstGeom prst="rect">
            <a:avLst/>
          </a:prstGeom>
          <a:solidFill>
            <a:schemeClr val="accent2">
              <a:alpha val="6470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 name="Google Shape;45;p22"/>
          <p:cNvSpPr/>
          <p:nvPr/>
        </p:nvSpPr>
        <p:spPr>
          <a:xfrm>
            <a:off x="7213600" y="3962400"/>
            <a:ext cx="4084320" cy="27432"/>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6" name="Google Shape;46;p22"/>
          <p:cNvSpPr/>
          <p:nvPr/>
        </p:nvSpPr>
        <p:spPr>
          <a:xfrm>
            <a:off x="9835343" y="4060983"/>
            <a:ext cx="2133600" cy="36576"/>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 name="Google Shape;47;p22"/>
          <p:cNvSpPr/>
          <p:nvPr/>
        </p:nvSpPr>
        <p:spPr>
          <a:xfrm>
            <a:off x="1" y="3649662"/>
            <a:ext cx="12192000" cy="244170"/>
          </a:xfrm>
          <a:prstGeom prst="rect">
            <a:avLst/>
          </a:prstGeom>
          <a:solidFill>
            <a:schemeClr val="accent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 name="Google Shape;48;p22"/>
          <p:cNvSpPr/>
          <p:nvPr/>
        </p:nvSpPr>
        <p:spPr>
          <a:xfrm>
            <a:off x="1" y="3675528"/>
            <a:ext cx="12192001" cy="140677"/>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 name="Google Shape;49;p22"/>
          <p:cNvSpPr/>
          <p:nvPr/>
        </p:nvSpPr>
        <p:spPr>
          <a:xfrm rot="10800000" flipH="1">
            <a:off x="8552068" y="3643090"/>
            <a:ext cx="3639933" cy="24843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 name="Google Shape;50;p22"/>
          <p:cNvSpPr txBox="1">
            <a:spLocks noGrp="1"/>
          </p:cNvSpPr>
          <p:nvPr>
            <p:ph type="ctrTitle"/>
          </p:nvPr>
        </p:nvSpPr>
        <p:spPr>
          <a:xfrm>
            <a:off x="609600" y="2389009"/>
            <a:ext cx="11277600" cy="1470025"/>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4400"/>
              <a:buFont typeface="Calibri"/>
              <a:buNone/>
              <a:defRPr sz="4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2"/>
          <p:cNvSpPr txBox="1">
            <a:spLocks noGrp="1"/>
          </p:cNvSpPr>
          <p:nvPr>
            <p:ph type="subTitle" idx="1"/>
          </p:nvPr>
        </p:nvSpPr>
        <p:spPr>
          <a:xfrm>
            <a:off x="609600" y="3899938"/>
            <a:ext cx="6604000" cy="1752600"/>
          </a:xfrm>
          <a:prstGeom prst="rect">
            <a:avLst/>
          </a:prstGeom>
          <a:noFill/>
          <a:ln>
            <a:noFill/>
          </a:ln>
        </p:spPr>
        <p:txBody>
          <a:bodyPr spcFirstLastPara="1" wrap="square" lIns="91425" tIns="45700" rIns="91425" bIns="45700" anchor="t" anchorCtr="0">
            <a:normAutofit/>
          </a:bodyPr>
          <a:lstStyle>
            <a:lvl1pPr lvl="0" algn="l">
              <a:spcBef>
                <a:spcPts val="300"/>
              </a:spcBef>
              <a:spcAft>
                <a:spcPts val="0"/>
              </a:spcAft>
              <a:buSzPts val="2400"/>
              <a:buNone/>
              <a:defRPr sz="2400">
                <a:solidFill>
                  <a:schemeClr val="dk2"/>
                </a:solidFill>
              </a:defRPr>
            </a:lvl1pPr>
            <a:lvl2pPr lvl="1" algn="ctr">
              <a:spcBef>
                <a:spcPts val="300"/>
              </a:spcBef>
              <a:spcAft>
                <a:spcPts val="0"/>
              </a:spcAft>
              <a:buSzPts val="1800"/>
              <a:buNone/>
              <a:defRPr/>
            </a:lvl2pPr>
            <a:lvl3pPr lvl="2" algn="ctr">
              <a:spcBef>
                <a:spcPts val="300"/>
              </a:spcBef>
              <a:spcAft>
                <a:spcPts val="0"/>
              </a:spcAft>
              <a:buSzPts val="1800"/>
              <a:buNone/>
              <a:defRPr/>
            </a:lvl3pPr>
            <a:lvl4pPr lvl="3" algn="ctr">
              <a:spcBef>
                <a:spcPts val="300"/>
              </a:spcBef>
              <a:spcAft>
                <a:spcPts val="0"/>
              </a:spcAft>
              <a:buSzPts val="1800"/>
              <a:buNone/>
              <a:defRPr/>
            </a:lvl4pPr>
            <a:lvl5pPr lvl="4" algn="ctr">
              <a:spcBef>
                <a:spcPts val="300"/>
              </a:spcBef>
              <a:spcAft>
                <a:spcPts val="0"/>
              </a:spcAft>
              <a:buSzPts val="1800"/>
              <a:buNone/>
              <a:defRPr/>
            </a:lvl5pPr>
            <a:lvl6pPr lvl="5" algn="ctr">
              <a:spcBef>
                <a:spcPts val="300"/>
              </a:spcBef>
              <a:spcAft>
                <a:spcPts val="0"/>
              </a:spcAft>
              <a:buSzPts val="1800"/>
              <a:buNone/>
              <a:defRPr/>
            </a:lvl6pPr>
            <a:lvl7pPr lvl="6" algn="ctr">
              <a:spcBef>
                <a:spcPts val="300"/>
              </a:spcBef>
              <a:spcAft>
                <a:spcPts val="0"/>
              </a:spcAft>
              <a:buSzPts val="1800"/>
              <a:buNone/>
              <a:defRPr/>
            </a:lvl7pPr>
            <a:lvl8pPr lvl="7" algn="ctr">
              <a:spcBef>
                <a:spcPts val="300"/>
              </a:spcBef>
              <a:spcAft>
                <a:spcPts val="0"/>
              </a:spcAft>
              <a:buSzPts val="1800"/>
              <a:buNone/>
              <a:defRPr/>
            </a:lvl8pPr>
            <a:lvl9pPr lvl="8" algn="ctr">
              <a:spcBef>
                <a:spcPts val="300"/>
              </a:spcBef>
              <a:spcAft>
                <a:spcPts val="0"/>
              </a:spcAft>
              <a:buSzPts val="1800"/>
              <a:buNone/>
              <a:defRPr/>
            </a:lvl9pPr>
          </a:lstStyle>
          <a:p>
            <a:endParaRPr/>
          </a:p>
        </p:txBody>
      </p:sp>
      <p:sp>
        <p:nvSpPr>
          <p:cNvPr id="52" name="Google Shape;52;p22"/>
          <p:cNvSpPr txBox="1">
            <a:spLocks noGrp="1"/>
          </p:cNvSpPr>
          <p:nvPr>
            <p:ph type="ftr" idx="11"/>
          </p:nvPr>
        </p:nvSpPr>
        <p:spPr>
          <a:xfrm>
            <a:off x="7265116" y="4205288"/>
            <a:ext cx="1727200" cy="45720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solidFill>
                  <a:srgbClr val="4A7B29"/>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2"/>
          <p:cNvSpPr txBox="1">
            <a:spLocks noGrp="1"/>
          </p:cNvSpPr>
          <p:nvPr>
            <p:ph type="dt" idx="10"/>
          </p:nvPr>
        </p:nvSpPr>
        <p:spPr>
          <a:xfrm>
            <a:off x="9043832" y="4206240"/>
            <a:ext cx="128016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solidFill>
                  <a:srgbClr val="4A7B29"/>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22"/>
          <p:cNvSpPr txBox="1">
            <a:spLocks noGrp="1"/>
          </p:cNvSpPr>
          <p:nvPr>
            <p:ph type="sldNum" idx="12"/>
          </p:nvPr>
        </p:nvSpPr>
        <p:spPr>
          <a:xfrm>
            <a:off x="11093451" y="1136"/>
            <a:ext cx="996949" cy="365760"/>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sz="1800">
                <a:solidFill>
                  <a:schemeClr val="lt1"/>
                </a:solidFill>
                <a:latin typeface="Calibri"/>
                <a:ea typeface="Calibri"/>
                <a:cs typeface="Calibri"/>
                <a:sym typeface="Calibri"/>
              </a:defRPr>
            </a:lvl1pPr>
            <a:lvl2pPr marL="0" lvl="1" indent="0" algn="r">
              <a:spcBef>
                <a:spcPts val="0"/>
              </a:spcBef>
              <a:buNone/>
              <a:defRPr sz="1800">
                <a:solidFill>
                  <a:schemeClr val="lt1"/>
                </a:solidFill>
                <a:latin typeface="Calibri"/>
                <a:ea typeface="Calibri"/>
                <a:cs typeface="Calibri"/>
                <a:sym typeface="Calibri"/>
              </a:defRPr>
            </a:lvl2pPr>
            <a:lvl3pPr marL="0" lvl="2" indent="0" algn="r">
              <a:spcBef>
                <a:spcPts val="0"/>
              </a:spcBef>
              <a:buNone/>
              <a:defRPr sz="1800">
                <a:solidFill>
                  <a:schemeClr val="lt1"/>
                </a:solidFill>
                <a:latin typeface="Calibri"/>
                <a:ea typeface="Calibri"/>
                <a:cs typeface="Calibri"/>
                <a:sym typeface="Calibri"/>
              </a:defRPr>
            </a:lvl3pPr>
            <a:lvl4pPr marL="0" lvl="3" indent="0" algn="r">
              <a:spcBef>
                <a:spcPts val="0"/>
              </a:spcBef>
              <a:buNone/>
              <a:defRPr sz="1800">
                <a:solidFill>
                  <a:schemeClr val="lt1"/>
                </a:solidFill>
                <a:latin typeface="Calibri"/>
                <a:ea typeface="Calibri"/>
                <a:cs typeface="Calibri"/>
                <a:sym typeface="Calibri"/>
              </a:defRPr>
            </a:lvl4pPr>
            <a:lvl5pPr marL="0" lvl="4" indent="0" algn="r">
              <a:spcBef>
                <a:spcPts val="0"/>
              </a:spcBef>
              <a:buNone/>
              <a:defRPr sz="1800">
                <a:solidFill>
                  <a:schemeClr val="lt1"/>
                </a:solidFill>
                <a:latin typeface="Calibri"/>
                <a:ea typeface="Calibri"/>
                <a:cs typeface="Calibri"/>
                <a:sym typeface="Calibri"/>
              </a:defRPr>
            </a:lvl5pPr>
            <a:lvl6pPr marL="0" lvl="5" indent="0" algn="r">
              <a:spcBef>
                <a:spcPts val="0"/>
              </a:spcBef>
              <a:buNone/>
              <a:defRPr sz="1800">
                <a:solidFill>
                  <a:schemeClr val="lt1"/>
                </a:solidFill>
                <a:latin typeface="Calibri"/>
                <a:ea typeface="Calibri"/>
                <a:cs typeface="Calibri"/>
                <a:sym typeface="Calibri"/>
              </a:defRPr>
            </a:lvl6pPr>
            <a:lvl7pPr marL="0" lvl="6" indent="0" algn="r">
              <a:spcBef>
                <a:spcPts val="0"/>
              </a:spcBef>
              <a:buNone/>
              <a:defRPr sz="1800">
                <a:solidFill>
                  <a:schemeClr val="lt1"/>
                </a:solidFill>
                <a:latin typeface="Calibri"/>
                <a:ea typeface="Calibri"/>
                <a:cs typeface="Calibri"/>
                <a:sym typeface="Calibri"/>
              </a:defRPr>
            </a:lvl7pPr>
            <a:lvl8pPr marL="0" lvl="7" indent="0" algn="r">
              <a:spcBef>
                <a:spcPts val="0"/>
              </a:spcBef>
              <a:buNone/>
              <a:defRPr sz="1800">
                <a:solidFill>
                  <a:schemeClr val="lt1"/>
                </a:solidFill>
                <a:latin typeface="Calibri"/>
                <a:ea typeface="Calibri"/>
                <a:cs typeface="Calibri"/>
                <a:sym typeface="Calibri"/>
              </a:defRPr>
            </a:lvl8pPr>
            <a:lvl9pPr marL="0" lvl="8" indent="0" algn="r">
              <a:spcBef>
                <a:spcPts val="0"/>
              </a:spcBef>
              <a:buNone/>
              <a:defRPr sz="1800">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5"/>
        <p:cNvGrpSpPr/>
        <p:nvPr/>
      </p:nvGrpSpPr>
      <p:grpSpPr>
        <a:xfrm>
          <a:off x="0" y="0"/>
          <a:ext cx="0" cy="0"/>
          <a:chOff x="0" y="0"/>
          <a:chExt cx="0" cy="0"/>
        </a:xfrm>
      </p:grpSpPr>
      <p:sp>
        <p:nvSpPr>
          <p:cNvPr id="56" name="Google Shape;56;p23"/>
          <p:cNvSpPr txBox="1">
            <a:spLocks noGrp="1"/>
          </p:cNvSpPr>
          <p:nvPr>
            <p:ph type="title"/>
          </p:nvPr>
        </p:nvSpPr>
        <p:spPr>
          <a:xfrm>
            <a:off x="963084" y="1968322"/>
            <a:ext cx="10363200" cy="136207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accent2"/>
              </a:buClr>
              <a:buSzPts val="4300"/>
              <a:buFont typeface="Calibri"/>
              <a:buNone/>
              <a:defRPr sz="4300" b="1" cap="none">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23"/>
          <p:cNvSpPr txBox="1">
            <a:spLocks noGrp="1"/>
          </p:cNvSpPr>
          <p:nvPr>
            <p:ph type="body" idx="1"/>
          </p:nvPr>
        </p:nvSpPr>
        <p:spPr>
          <a:xfrm>
            <a:off x="963084" y="3367088"/>
            <a:ext cx="10363200" cy="1509712"/>
          </a:xfrm>
          <a:prstGeom prst="rect">
            <a:avLst/>
          </a:prstGeom>
          <a:noFill/>
          <a:ln>
            <a:noFill/>
          </a:ln>
        </p:spPr>
        <p:txBody>
          <a:bodyPr spcFirstLastPara="1" wrap="square" lIns="91425" tIns="45700" rIns="91425" bIns="45700" anchor="t" anchorCtr="0">
            <a:normAutofit/>
          </a:bodyPr>
          <a:lstStyle>
            <a:lvl1pPr marL="457200" lvl="0" indent="-228600" algn="l">
              <a:spcBef>
                <a:spcPts val="300"/>
              </a:spcBef>
              <a:spcAft>
                <a:spcPts val="0"/>
              </a:spcAft>
              <a:buSzPts val="2100"/>
              <a:buNone/>
              <a:defRPr sz="2100" b="0">
                <a:solidFill>
                  <a:schemeClr val="dk2"/>
                </a:solidFill>
              </a:defRPr>
            </a:lvl1pPr>
            <a:lvl2pPr marL="914400" lvl="1" indent="-228600" algn="l">
              <a:spcBef>
                <a:spcPts val="300"/>
              </a:spcBef>
              <a:spcAft>
                <a:spcPts val="0"/>
              </a:spcAft>
              <a:buSzPts val="1800"/>
              <a:buNone/>
              <a:defRPr sz="1800">
                <a:solidFill>
                  <a:srgbClr val="888888"/>
                </a:solidFill>
              </a:defRPr>
            </a:lvl2pPr>
            <a:lvl3pPr marL="1371600" lvl="2" indent="-228600" algn="l">
              <a:spcBef>
                <a:spcPts val="300"/>
              </a:spcBef>
              <a:spcAft>
                <a:spcPts val="0"/>
              </a:spcAft>
              <a:buSzPts val="1600"/>
              <a:buNone/>
              <a:defRPr sz="1600">
                <a:solidFill>
                  <a:srgbClr val="888888"/>
                </a:solidFill>
              </a:defRPr>
            </a:lvl3pPr>
            <a:lvl4pPr marL="1828800" lvl="3" indent="-228600" algn="l">
              <a:spcBef>
                <a:spcPts val="300"/>
              </a:spcBef>
              <a:spcAft>
                <a:spcPts val="0"/>
              </a:spcAft>
              <a:buSzPts val="1400"/>
              <a:buNone/>
              <a:defRPr sz="1400">
                <a:solidFill>
                  <a:srgbClr val="888888"/>
                </a:solidFill>
              </a:defRPr>
            </a:lvl4pPr>
            <a:lvl5pPr marL="2286000" lvl="4" indent="-228600" algn="l">
              <a:spcBef>
                <a:spcPts val="300"/>
              </a:spcBef>
              <a:spcAft>
                <a:spcPts val="0"/>
              </a:spcAft>
              <a:buSzPts val="1400"/>
              <a:buNone/>
              <a:defRPr sz="1400">
                <a:solidFill>
                  <a:srgbClr val="888888"/>
                </a:solidFill>
              </a:defRPr>
            </a:lvl5pPr>
            <a:lvl6pPr marL="2743200" lvl="5" indent="-342900" algn="l">
              <a:spcBef>
                <a:spcPts val="300"/>
              </a:spcBef>
              <a:spcAft>
                <a:spcPts val="0"/>
              </a:spcAft>
              <a:buSzPts val="1800"/>
              <a:buChar char="●"/>
              <a:defRPr/>
            </a:lvl6pPr>
            <a:lvl7pPr marL="3200400" lvl="6" indent="-342900" algn="l">
              <a:spcBef>
                <a:spcPts val="300"/>
              </a:spcBef>
              <a:spcAft>
                <a:spcPts val="0"/>
              </a:spcAft>
              <a:buSzPts val="1800"/>
              <a:buChar char="●"/>
              <a:defRPr/>
            </a:lvl7pPr>
            <a:lvl8pPr marL="3657600" lvl="7" indent="-342900" algn="l">
              <a:spcBef>
                <a:spcPts val="300"/>
              </a:spcBef>
              <a:spcAft>
                <a:spcPts val="0"/>
              </a:spcAft>
              <a:buSzPts val="1800"/>
              <a:buChar char="●"/>
              <a:defRPr/>
            </a:lvl8pPr>
            <a:lvl9pPr marL="4114800" lvl="8" indent="-342900" algn="l">
              <a:spcBef>
                <a:spcPts val="300"/>
              </a:spcBef>
              <a:spcAft>
                <a:spcPts val="0"/>
              </a:spcAft>
              <a:buSzPts val="1800"/>
              <a:buChar char="●"/>
              <a:defRPr/>
            </a:lvl9pPr>
          </a:lstStyle>
          <a:p>
            <a:endParaRPr/>
          </a:p>
        </p:txBody>
      </p:sp>
      <p:sp>
        <p:nvSpPr>
          <p:cNvPr id="58" name="Google Shape;58;p23"/>
          <p:cNvSpPr txBox="1">
            <a:spLocks noGrp="1"/>
          </p:cNvSpPr>
          <p:nvPr>
            <p:ph type="ftr" idx="11"/>
          </p:nvPr>
        </p:nvSpPr>
        <p:spPr>
          <a:xfrm>
            <a:off x="7010400" y="612648"/>
            <a:ext cx="1767840" cy="45720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3"/>
          <p:cNvSpPr txBox="1">
            <a:spLocks noGrp="1"/>
          </p:cNvSpPr>
          <p:nvPr>
            <p:ph type="dt" idx="10"/>
          </p:nvPr>
        </p:nvSpPr>
        <p:spPr>
          <a:xfrm>
            <a:off x="8782048" y="612648"/>
            <a:ext cx="1276352"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3"/>
          <p:cNvSpPr txBox="1">
            <a:spLocks noGrp="1"/>
          </p:cNvSpPr>
          <p:nvPr>
            <p:ph type="sldNum" idx="12"/>
          </p:nvPr>
        </p:nvSpPr>
        <p:spPr>
          <a:xfrm>
            <a:off x="10899648" y="2272"/>
            <a:ext cx="1016000" cy="365760"/>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1"/>
        <p:cNvGrpSpPr/>
        <p:nvPr/>
      </p:nvGrpSpPr>
      <p:grpSpPr>
        <a:xfrm>
          <a:off x="0" y="0"/>
          <a:ext cx="0" cy="0"/>
          <a:chOff x="0" y="0"/>
          <a:chExt cx="0" cy="0"/>
        </a:xfrm>
      </p:grpSpPr>
      <p:sp>
        <p:nvSpPr>
          <p:cNvPr id="62" name="Google Shape;62;p24"/>
          <p:cNvSpPr txBox="1">
            <a:spLocks noGrp="1"/>
          </p:cNvSpPr>
          <p:nvPr>
            <p:ph type="title"/>
          </p:nvPr>
        </p:nvSpPr>
        <p:spPr>
          <a:xfrm>
            <a:off x="609600" y="1143000"/>
            <a:ext cx="10972800" cy="10668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4"/>
          <p:cNvSpPr txBox="1">
            <a:spLocks noGrp="1"/>
          </p:cNvSpPr>
          <p:nvPr>
            <p:ph type="body" idx="1"/>
          </p:nvPr>
        </p:nvSpPr>
        <p:spPr>
          <a:xfrm>
            <a:off x="609600" y="2249425"/>
            <a:ext cx="5384800" cy="4341875"/>
          </a:xfrm>
          <a:prstGeom prst="rect">
            <a:avLst/>
          </a:prstGeom>
          <a:noFill/>
          <a:ln>
            <a:noFill/>
          </a:ln>
        </p:spPr>
        <p:txBody>
          <a:bodyPr spcFirstLastPara="1" wrap="square" lIns="91425" tIns="45700" rIns="91425" bIns="45700" anchor="t" anchorCtr="0">
            <a:normAutofit/>
          </a:bodyPr>
          <a:lstStyle>
            <a:lvl1pPr marL="457200" lvl="0" indent="-355600" algn="l">
              <a:spcBef>
                <a:spcPts val="300"/>
              </a:spcBef>
              <a:spcAft>
                <a:spcPts val="0"/>
              </a:spcAft>
              <a:buSzPts val="2000"/>
              <a:buChar char="•"/>
              <a:defRPr sz="2000"/>
            </a:lvl1pPr>
            <a:lvl2pPr marL="914400" lvl="1" indent="-349250" algn="l">
              <a:spcBef>
                <a:spcPts val="300"/>
              </a:spcBef>
              <a:spcAft>
                <a:spcPts val="0"/>
              </a:spcAft>
              <a:buSzPts val="1900"/>
              <a:buChar char="▫"/>
              <a:defRPr sz="1900"/>
            </a:lvl2pPr>
            <a:lvl3pPr marL="1371600" lvl="2" indent="-342900" algn="l">
              <a:spcBef>
                <a:spcPts val="300"/>
              </a:spcBef>
              <a:spcAft>
                <a:spcPts val="0"/>
              </a:spcAft>
              <a:buSzPts val="1800"/>
              <a:buChar char="●"/>
              <a:defRPr sz="1800"/>
            </a:lvl3pPr>
            <a:lvl4pPr marL="1828800" lvl="3" indent="-342900" algn="l">
              <a:spcBef>
                <a:spcPts val="300"/>
              </a:spcBef>
              <a:spcAft>
                <a:spcPts val="0"/>
              </a:spcAft>
              <a:buSzPts val="1800"/>
              <a:buChar char="●"/>
              <a:defRPr sz="1800"/>
            </a:lvl4pPr>
            <a:lvl5pPr marL="2286000" lvl="4" indent="-342900" algn="l">
              <a:spcBef>
                <a:spcPts val="300"/>
              </a:spcBef>
              <a:spcAft>
                <a:spcPts val="0"/>
              </a:spcAft>
              <a:buSzPts val="1800"/>
              <a:buChar char="●"/>
              <a:defRPr sz="1800"/>
            </a:lvl5pPr>
            <a:lvl6pPr marL="2743200" lvl="5" indent="-342900" algn="l">
              <a:spcBef>
                <a:spcPts val="300"/>
              </a:spcBef>
              <a:spcAft>
                <a:spcPts val="0"/>
              </a:spcAft>
              <a:buSzPts val="1800"/>
              <a:buChar char="●"/>
              <a:defRPr/>
            </a:lvl6pPr>
            <a:lvl7pPr marL="3200400" lvl="6" indent="-342900" algn="l">
              <a:spcBef>
                <a:spcPts val="300"/>
              </a:spcBef>
              <a:spcAft>
                <a:spcPts val="0"/>
              </a:spcAft>
              <a:buSzPts val="1800"/>
              <a:buChar char="●"/>
              <a:defRPr/>
            </a:lvl7pPr>
            <a:lvl8pPr marL="3657600" lvl="7" indent="-342900" algn="l">
              <a:spcBef>
                <a:spcPts val="300"/>
              </a:spcBef>
              <a:spcAft>
                <a:spcPts val="0"/>
              </a:spcAft>
              <a:buSzPts val="1800"/>
              <a:buChar char="●"/>
              <a:defRPr/>
            </a:lvl8pPr>
            <a:lvl9pPr marL="4114800" lvl="8" indent="-342900" algn="l">
              <a:spcBef>
                <a:spcPts val="300"/>
              </a:spcBef>
              <a:spcAft>
                <a:spcPts val="0"/>
              </a:spcAft>
              <a:buSzPts val="1800"/>
              <a:buChar char="●"/>
              <a:defRPr/>
            </a:lvl9pPr>
          </a:lstStyle>
          <a:p>
            <a:endParaRPr/>
          </a:p>
        </p:txBody>
      </p:sp>
      <p:sp>
        <p:nvSpPr>
          <p:cNvPr id="64" name="Google Shape;64;p24"/>
          <p:cNvSpPr txBox="1">
            <a:spLocks noGrp="1"/>
          </p:cNvSpPr>
          <p:nvPr>
            <p:ph type="body" idx="2"/>
          </p:nvPr>
        </p:nvSpPr>
        <p:spPr>
          <a:xfrm>
            <a:off x="6197600" y="2249425"/>
            <a:ext cx="5384800" cy="4341875"/>
          </a:xfrm>
          <a:prstGeom prst="rect">
            <a:avLst/>
          </a:prstGeom>
          <a:noFill/>
          <a:ln>
            <a:noFill/>
          </a:ln>
        </p:spPr>
        <p:txBody>
          <a:bodyPr spcFirstLastPara="1" wrap="square" lIns="91425" tIns="45700" rIns="91425" bIns="45700" anchor="t" anchorCtr="0">
            <a:normAutofit/>
          </a:bodyPr>
          <a:lstStyle>
            <a:lvl1pPr marL="457200" lvl="0" indent="-355600" algn="l">
              <a:spcBef>
                <a:spcPts val="300"/>
              </a:spcBef>
              <a:spcAft>
                <a:spcPts val="0"/>
              </a:spcAft>
              <a:buSzPts val="2000"/>
              <a:buChar char="•"/>
              <a:defRPr sz="2000"/>
            </a:lvl1pPr>
            <a:lvl2pPr marL="914400" lvl="1" indent="-349250" algn="l">
              <a:spcBef>
                <a:spcPts val="300"/>
              </a:spcBef>
              <a:spcAft>
                <a:spcPts val="0"/>
              </a:spcAft>
              <a:buSzPts val="1900"/>
              <a:buChar char="▫"/>
              <a:defRPr sz="1900"/>
            </a:lvl2pPr>
            <a:lvl3pPr marL="1371600" lvl="2" indent="-342900" algn="l">
              <a:spcBef>
                <a:spcPts val="300"/>
              </a:spcBef>
              <a:spcAft>
                <a:spcPts val="0"/>
              </a:spcAft>
              <a:buSzPts val="1800"/>
              <a:buChar char="●"/>
              <a:defRPr sz="1800"/>
            </a:lvl3pPr>
            <a:lvl4pPr marL="1828800" lvl="3" indent="-342900" algn="l">
              <a:spcBef>
                <a:spcPts val="300"/>
              </a:spcBef>
              <a:spcAft>
                <a:spcPts val="0"/>
              </a:spcAft>
              <a:buSzPts val="1800"/>
              <a:buChar char="●"/>
              <a:defRPr sz="1800"/>
            </a:lvl4pPr>
            <a:lvl5pPr marL="2286000" lvl="4" indent="-342900" algn="l">
              <a:spcBef>
                <a:spcPts val="300"/>
              </a:spcBef>
              <a:spcAft>
                <a:spcPts val="0"/>
              </a:spcAft>
              <a:buSzPts val="1800"/>
              <a:buChar char="●"/>
              <a:defRPr sz="1800"/>
            </a:lvl5pPr>
            <a:lvl6pPr marL="2743200" lvl="5" indent="-342900" algn="l">
              <a:spcBef>
                <a:spcPts val="300"/>
              </a:spcBef>
              <a:spcAft>
                <a:spcPts val="0"/>
              </a:spcAft>
              <a:buSzPts val="1800"/>
              <a:buChar char="●"/>
              <a:defRPr/>
            </a:lvl6pPr>
            <a:lvl7pPr marL="3200400" lvl="6" indent="-342900" algn="l">
              <a:spcBef>
                <a:spcPts val="300"/>
              </a:spcBef>
              <a:spcAft>
                <a:spcPts val="0"/>
              </a:spcAft>
              <a:buSzPts val="1800"/>
              <a:buChar char="●"/>
              <a:defRPr/>
            </a:lvl7pPr>
            <a:lvl8pPr marL="3657600" lvl="7" indent="-342900" algn="l">
              <a:spcBef>
                <a:spcPts val="300"/>
              </a:spcBef>
              <a:spcAft>
                <a:spcPts val="0"/>
              </a:spcAft>
              <a:buSzPts val="1800"/>
              <a:buChar char="●"/>
              <a:defRPr/>
            </a:lvl8pPr>
            <a:lvl9pPr marL="4114800" lvl="8" indent="-342900" algn="l">
              <a:spcBef>
                <a:spcPts val="300"/>
              </a:spcBef>
              <a:spcAft>
                <a:spcPts val="0"/>
              </a:spcAft>
              <a:buSzPts val="1800"/>
              <a:buChar char="●"/>
              <a:defRPr/>
            </a:lvl9pPr>
          </a:lstStyle>
          <a:p>
            <a:endParaRPr/>
          </a:p>
        </p:txBody>
      </p:sp>
      <p:sp>
        <p:nvSpPr>
          <p:cNvPr id="65" name="Google Shape;65;p24"/>
          <p:cNvSpPr txBox="1">
            <a:spLocks noGrp="1"/>
          </p:cNvSpPr>
          <p:nvPr>
            <p:ph type="ftr" idx="11"/>
          </p:nvPr>
        </p:nvSpPr>
        <p:spPr>
          <a:xfrm>
            <a:off x="7010400" y="612648"/>
            <a:ext cx="1767840" cy="45720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4"/>
          <p:cNvSpPr txBox="1">
            <a:spLocks noGrp="1"/>
          </p:cNvSpPr>
          <p:nvPr>
            <p:ph type="dt" idx="10"/>
          </p:nvPr>
        </p:nvSpPr>
        <p:spPr>
          <a:xfrm>
            <a:off x="8782048" y="612648"/>
            <a:ext cx="1276352"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4"/>
          <p:cNvSpPr txBox="1">
            <a:spLocks noGrp="1"/>
          </p:cNvSpPr>
          <p:nvPr>
            <p:ph type="sldNum" idx="12"/>
          </p:nvPr>
        </p:nvSpPr>
        <p:spPr>
          <a:xfrm>
            <a:off x="10899648" y="2272"/>
            <a:ext cx="1016000" cy="365760"/>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8"/>
        <p:cNvGrpSpPr/>
        <p:nvPr/>
      </p:nvGrpSpPr>
      <p:grpSpPr>
        <a:xfrm>
          <a:off x="0" y="0"/>
          <a:ext cx="0" cy="0"/>
          <a:chOff x="0" y="0"/>
          <a:chExt cx="0" cy="0"/>
        </a:xfrm>
      </p:grpSpPr>
      <p:sp>
        <p:nvSpPr>
          <p:cNvPr id="69" name="Google Shape;69;p25"/>
          <p:cNvSpPr txBox="1">
            <a:spLocks noGrp="1"/>
          </p:cNvSpPr>
          <p:nvPr>
            <p:ph type="title"/>
          </p:nvPr>
        </p:nvSpPr>
        <p:spPr>
          <a:xfrm>
            <a:off x="508000" y="1143000"/>
            <a:ext cx="11176000" cy="1069848"/>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4000"/>
              <a:buFont typeface="Calibri"/>
              <a:buNone/>
              <a:defRPr sz="4000" b="0" i="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5"/>
          <p:cNvSpPr txBox="1">
            <a:spLocks noGrp="1"/>
          </p:cNvSpPr>
          <p:nvPr>
            <p:ph type="body" idx="1"/>
          </p:nvPr>
        </p:nvSpPr>
        <p:spPr>
          <a:xfrm>
            <a:off x="508000" y="2244970"/>
            <a:ext cx="5388864" cy="457200"/>
          </a:xfrm>
          <a:prstGeom prst="rect">
            <a:avLst/>
          </a:prstGeom>
          <a:solidFill>
            <a:srgbClr val="9ED47A">
              <a:alpha val="24705"/>
            </a:srgbClr>
          </a:solidFill>
          <a:ln w="12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lvl1pPr marL="457200" lvl="0" indent="-228600" algn="l">
              <a:spcBef>
                <a:spcPts val="300"/>
              </a:spcBef>
              <a:spcAft>
                <a:spcPts val="0"/>
              </a:spcAft>
              <a:buSzPts val="1900"/>
              <a:buNone/>
              <a:defRPr sz="1900" b="1">
                <a:solidFill>
                  <a:srgbClr val="414141"/>
                </a:solidFill>
              </a:defRPr>
            </a:lvl1pPr>
            <a:lvl2pPr marL="914400" lvl="1" indent="-228600" algn="l">
              <a:spcBef>
                <a:spcPts val="300"/>
              </a:spcBef>
              <a:spcAft>
                <a:spcPts val="0"/>
              </a:spcAft>
              <a:buSzPts val="2000"/>
              <a:buNone/>
              <a:defRPr sz="2000" b="1"/>
            </a:lvl2pPr>
            <a:lvl3pPr marL="1371600" lvl="2" indent="-228600" algn="l">
              <a:spcBef>
                <a:spcPts val="300"/>
              </a:spcBef>
              <a:spcAft>
                <a:spcPts val="0"/>
              </a:spcAft>
              <a:buSzPts val="1800"/>
              <a:buNone/>
              <a:defRPr sz="1800" b="1"/>
            </a:lvl3pPr>
            <a:lvl4pPr marL="1828800" lvl="3" indent="-228600" algn="l">
              <a:spcBef>
                <a:spcPts val="300"/>
              </a:spcBef>
              <a:spcAft>
                <a:spcPts val="0"/>
              </a:spcAft>
              <a:buSzPts val="1600"/>
              <a:buNone/>
              <a:defRPr sz="1600" b="1"/>
            </a:lvl4pPr>
            <a:lvl5pPr marL="2286000" lvl="4" indent="-228600" algn="l">
              <a:spcBef>
                <a:spcPts val="300"/>
              </a:spcBef>
              <a:spcAft>
                <a:spcPts val="0"/>
              </a:spcAft>
              <a:buSzPts val="1600"/>
              <a:buNone/>
              <a:defRPr sz="1600" b="1"/>
            </a:lvl5pPr>
            <a:lvl6pPr marL="2743200" lvl="5" indent="-342900" algn="l">
              <a:spcBef>
                <a:spcPts val="300"/>
              </a:spcBef>
              <a:spcAft>
                <a:spcPts val="0"/>
              </a:spcAft>
              <a:buSzPts val="1800"/>
              <a:buChar char="●"/>
              <a:defRPr/>
            </a:lvl6pPr>
            <a:lvl7pPr marL="3200400" lvl="6" indent="-342900" algn="l">
              <a:spcBef>
                <a:spcPts val="300"/>
              </a:spcBef>
              <a:spcAft>
                <a:spcPts val="0"/>
              </a:spcAft>
              <a:buSzPts val="1800"/>
              <a:buChar char="●"/>
              <a:defRPr/>
            </a:lvl7pPr>
            <a:lvl8pPr marL="3657600" lvl="7" indent="-342900" algn="l">
              <a:spcBef>
                <a:spcPts val="300"/>
              </a:spcBef>
              <a:spcAft>
                <a:spcPts val="0"/>
              </a:spcAft>
              <a:buSzPts val="1800"/>
              <a:buChar char="●"/>
              <a:defRPr/>
            </a:lvl8pPr>
            <a:lvl9pPr marL="4114800" lvl="8" indent="-342900" algn="l">
              <a:spcBef>
                <a:spcPts val="300"/>
              </a:spcBef>
              <a:spcAft>
                <a:spcPts val="0"/>
              </a:spcAft>
              <a:buSzPts val="1800"/>
              <a:buChar char="●"/>
              <a:defRPr/>
            </a:lvl9pPr>
          </a:lstStyle>
          <a:p>
            <a:endParaRPr/>
          </a:p>
        </p:txBody>
      </p:sp>
      <p:sp>
        <p:nvSpPr>
          <p:cNvPr id="71" name="Google Shape;71;p25"/>
          <p:cNvSpPr txBox="1">
            <a:spLocks noGrp="1"/>
          </p:cNvSpPr>
          <p:nvPr>
            <p:ph type="body" idx="2"/>
          </p:nvPr>
        </p:nvSpPr>
        <p:spPr>
          <a:xfrm>
            <a:off x="508000" y="2708519"/>
            <a:ext cx="5388864" cy="3886200"/>
          </a:xfrm>
          <a:prstGeom prst="rect">
            <a:avLst/>
          </a:prstGeom>
          <a:noFill/>
          <a:ln>
            <a:noFill/>
          </a:ln>
        </p:spPr>
        <p:txBody>
          <a:bodyPr spcFirstLastPara="1" wrap="square" lIns="91425" tIns="45700" rIns="91425" bIns="45700" anchor="t" anchorCtr="0">
            <a:normAutofit/>
          </a:bodyPr>
          <a:lstStyle>
            <a:lvl1pPr marL="457200" lvl="0" indent="-355600" algn="l">
              <a:spcBef>
                <a:spcPts val="300"/>
              </a:spcBef>
              <a:spcAft>
                <a:spcPts val="0"/>
              </a:spcAft>
              <a:buSzPts val="2000"/>
              <a:buChar char="•"/>
              <a:defRPr sz="2000"/>
            </a:lvl1pPr>
            <a:lvl2pPr marL="914400" lvl="1" indent="-355600" algn="l">
              <a:spcBef>
                <a:spcPts val="300"/>
              </a:spcBef>
              <a:spcAft>
                <a:spcPts val="0"/>
              </a:spcAft>
              <a:buSzPts val="2000"/>
              <a:buChar char="▫"/>
              <a:defRPr sz="2000"/>
            </a:lvl2pPr>
            <a:lvl3pPr marL="1371600" lvl="2" indent="-342900" algn="l">
              <a:spcBef>
                <a:spcPts val="300"/>
              </a:spcBef>
              <a:spcAft>
                <a:spcPts val="0"/>
              </a:spcAft>
              <a:buSzPts val="1800"/>
              <a:buChar char="●"/>
              <a:defRPr sz="1800"/>
            </a:lvl3pPr>
            <a:lvl4pPr marL="1828800" lvl="3" indent="-330200" algn="l">
              <a:spcBef>
                <a:spcPts val="300"/>
              </a:spcBef>
              <a:spcAft>
                <a:spcPts val="0"/>
              </a:spcAft>
              <a:buSzPts val="1600"/>
              <a:buChar char="●"/>
              <a:defRPr sz="1600"/>
            </a:lvl4pPr>
            <a:lvl5pPr marL="2286000" lvl="4" indent="-330200" algn="l">
              <a:spcBef>
                <a:spcPts val="300"/>
              </a:spcBef>
              <a:spcAft>
                <a:spcPts val="0"/>
              </a:spcAft>
              <a:buSzPts val="1600"/>
              <a:buChar char="●"/>
              <a:defRPr sz="1600"/>
            </a:lvl5pPr>
            <a:lvl6pPr marL="2743200" lvl="5" indent="-342900" algn="l">
              <a:spcBef>
                <a:spcPts val="300"/>
              </a:spcBef>
              <a:spcAft>
                <a:spcPts val="0"/>
              </a:spcAft>
              <a:buSzPts val="1800"/>
              <a:buChar char="●"/>
              <a:defRPr/>
            </a:lvl6pPr>
            <a:lvl7pPr marL="3200400" lvl="6" indent="-342900" algn="l">
              <a:spcBef>
                <a:spcPts val="300"/>
              </a:spcBef>
              <a:spcAft>
                <a:spcPts val="0"/>
              </a:spcAft>
              <a:buSzPts val="1800"/>
              <a:buChar char="●"/>
              <a:defRPr/>
            </a:lvl7pPr>
            <a:lvl8pPr marL="3657600" lvl="7" indent="-342900" algn="l">
              <a:spcBef>
                <a:spcPts val="300"/>
              </a:spcBef>
              <a:spcAft>
                <a:spcPts val="0"/>
              </a:spcAft>
              <a:buSzPts val="1800"/>
              <a:buChar char="●"/>
              <a:defRPr/>
            </a:lvl8pPr>
            <a:lvl9pPr marL="4114800" lvl="8" indent="-342900" algn="l">
              <a:spcBef>
                <a:spcPts val="300"/>
              </a:spcBef>
              <a:spcAft>
                <a:spcPts val="0"/>
              </a:spcAft>
              <a:buSzPts val="1800"/>
              <a:buChar char="●"/>
              <a:defRPr/>
            </a:lvl9pPr>
          </a:lstStyle>
          <a:p>
            <a:endParaRPr/>
          </a:p>
        </p:txBody>
      </p:sp>
      <p:sp>
        <p:nvSpPr>
          <p:cNvPr id="72" name="Google Shape;72;p25"/>
          <p:cNvSpPr txBox="1">
            <a:spLocks noGrp="1"/>
          </p:cNvSpPr>
          <p:nvPr>
            <p:ph type="body" idx="3"/>
          </p:nvPr>
        </p:nvSpPr>
        <p:spPr>
          <a:xfrm>
            <a:off x="6294968" y="2244970"/>
            <a:ext cx="5389033" cy="457200"/>
          </a:xfrm>
          <a:prstGeom prst="rect">
            <a:avLst/>
          </a:prstGeom>
          <a:solidFill>
            <a:srgbClr val="9ED47A">
              <a:alpha val="24705"/>
            </a:srgbClr>
          </a:solidFill>
          <a:ln w="12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lvl1pPr marL="457200" lvl="0" indent="-228600" algn="l">
              <a:spcBef>
                <a:spcPts val="300"/>
              </a:spcBef>
              <a:spcAft>
                <a:spcPts val="0"/>
              </a:spcAft>
              <a:buSzPts val="1900"/>
              <a:buNone/>
              <a:defRPr sz="1900" b="1">
                <a:solidFill>
                  <a:srgbClr val="414141"/>
                </a:solidFill>
              </a:defRPr>
            </a:lvl1pPr>
            <a:lvl2pPr marL="914400" lvl="1" indent="-228600" algn="l">
              <a:spcBef>
                <a:spcPts val="300"/>
              </a:spcBef>
              <a:spcAft>
                <a:spcPts val="0"/>
              </a:spcAft>
              <a:buSzPts val="2000"/>
              <a:buNone/>
              <a:defRPr sz="2000" b="1"/>
            </a:lvl2pPr>
            <a:lvl3pPr marL="1371600" lvl="2" indent="-228600" algn="l">
              <a:spcBef>
                <a:spcPts val="300"/>
              </a:spcBef>
              <a:spcAft>
                <a:spcPts val="0"/>
              </a:spcAft>
              <a:buSzPts val="1800"/>
              <a:buNone/>
              <a:defRPr sz="1800" b="1"/>
            </a:lvl3pPr>
            <a:lvl4pPr marL="1828800" lvl="3" indent="-228600" algn="l">
              <a:spcBef>
                <a:spcPts val="300"/>
              </a:spcBef>
              <a:spcAft>
                <a:spcPts val="0"/>
              </a:spcAft>
              <a:buSzPts val="1600"/>
              <a:buNone/>
              <a:defRPr sz="1600" b="1"/>
            </a:lvl4pPr>
            <a:lvl5pPr marL="2286000" lvl="4" indent="-228600" algn="l">
              <a:spcBef>
                <a:spcPts val="300"/>
              </a:spcBef>
              <a:spcAft>
                <a:spcPts val="0"/>
              </a:spcAft>
              <a:buSzPts val="1600"/>
              <a:buNone/>
              <a:defRPr sz="1600" b="1"/>
            </a:lvl5pPr>
            <a:lvl6pPr marL="2743200" lvl="5" indent="-342900" algn="l">
              <a:spcBef>
                <a:spcPts val="300"/>
              </a:spcBef>
              <a:spcAft>
                <a:spcPts val="0"/>
              </a:spcAft>
              <a:buSzPts val="1800"/>
              <a:buChar char="●"/>
              <a:defRPr/>
            </a:lvl6pPr>
            <a:lvl7pPr marL="3200400" lvl="6" indent="-342900" algn="l">
              <a:spcBef>
                <a:spcPts val="300"/>
              </a:spcBef>
              <a:spcAft>
                <a:spcPts val="0"/>
              </a:spcAft>
              <a:buSzPts val="1800"/>
              <a:buChar char="●"/>
              <a:defRPr/>
            </a:lvl7pPr>
            <a:lvl8pPr marL="3657600" lvl="7" indent="-342900" algn="l">
              <a:spcBef>
                <a:spcPts val="300"/>
              </a:spcBef>
              <a:spcAft>
                <a:spcPts val="0"/>
              </a:spcAft>
              <a:buSzPts val="1800"/>
              <a:buChar char="●"/>
              <a:defRPr/>
            </a:lvl8pPr>
            <a:lvl9pPr marL="4114800" lvl="8" indent="-342900" algn="l">
              <a:spcBef>
                <a:spcPts val="300"/>
              </a:spcBef>
              <a:spcAft>
                <a:spcPts val="0"/>
              </a:spcAft>
              <a:buSzPts val="1800"/>
              <a:buChar char="●"/>
              <a:defRPr/>
            </a:lvl9pPr>
          </a:lstStyle>
          <a:p>
            <a:endParaRPr/>
          </a:p>
        </p:txBody>
      </p:sp>
      <p:sp>
        <p:nvSpPr>
          <p:cNvPr id="73" name="Google Shape;73;p25"/>
          <p:cNvSpPr txBox="1">
            <a:spLocks noGrp="1"/>
          </p:cNvSpPr>
          <p:nvPr>
            <p:ph type="body" idx="4"/>
          </p:nvPr>
        </p:nvSpPr>
        <p:spPr>
          <a:xfrm>
            <a:off x="6291073" y="2708519"/>
            <a:ext cx="5389033" cy="3886200"/>
          </a:xfrm>
          <a:prstGeom prst="rect">
            <a:avLst/>
          </a:prstGeom>
          <a:noFill/>
          <a:ln>
            <a:noFill/>
          </a:ln>
        </p:spPr>
        <p:txBody>
          <a:bodyPr spcFirstLastPara="1" wrap="square" lIns="91425" tIns="45700" rIns="91425" bIns="45700" anchor="t" anchorCtr="0">
            <a:normAutofit/>
          </a:bodyPr>
          <a:lstStyle>
            <a:lvl1pPr marL="457200" lvl="0" indent="-355600" algn="l">
              <a:spcBef>
                <a:spcPts val="300"/>
              </a:spcBef>
              <a:spcAft>
                <a:spcPts val="0"/>
              </a:spcAft>
              <a:buSzPts val="2000"/>
              <a:buChar char="•"/>
              <a:defRPr sz="2000"/>
            </a:lvl1pPr>
            <a:lvl2pPr marL="914400" lvl="1" indent="-355600" algn="l">
              <a:spcBef>
                <a:spcPts val="300"/>
              </a:spcBef>
              <a:spcAft>
                <a:spcPts val="0"/>
              </a:spcAft>
              <a:buSzPts val="2000"/>
              <a:buChar char="▫"/>
              <a:defRPr sz="2000"/>
            </a:lvl2pPr>
            <a:lvl3pPr marL="1371600" lvl="2" indent="-342900" algn="l">
              <a:spcBef>
                <a:spcPts val="300"/>
              </a:spcBef>
              <a:spcAft>
                <a:spcPts val="0"/>
              </a:spcAft>
              <a:buSzPts val="1800"/>
              <a:buChar char="●"/>
              <a:defRPr sz="1800"/>
            </a:lvl3pPr>
            <a:lvl4pPr marL="1828800" lvl="3" indent="-330200" algn="l">
              <a:spcBef>
                <a:spcPts val="300"/>
              </a:spcBef>
              <a:spcAft>
                <a:spcPts val="0"/>
              </a:spcAft>
              <a:buSzPts val="1600"/>
              <a:buChar char="●"/>
              <a:defRPr sz="1600"/>
            </a:lvl4pPr>
            <a:lvl5pPr marL="2286000" lvl="4" indent="-330200" algn="l">
              <a:spcBef>
                <a:spcPts val="300"/>
              </a:spcBef>
              <a:spcAft>
                <a:spcPts val="0"/>
              </a:spcAft>
              <a:buSzPts val="1600"/>
              <a:buChar char="●"/>
              <a:defRPr sz="1600"/>
            </a:lvl5pPr>
            <a:lvl6pPr marL="2743200" lvl="5" indent="-342900" algn="l">
              <a:spcBef>
                <a:spcPts val="300"/>
              </a:spcBef>
              <a:spcAft>
                <a:spcPts val="0"/>
              </a:spcAft>
              <a:buSzPts val="1800"/>
              <a:buChar char="●"/>
              <a:defRPr/>
            </a:lvl6pPr>
            <a:lvl7pPr marL="3200400" lvl="6" indent="-342900" algn="l">
              <a:spcBef>
                <a:spcPts val="300"/>
              </a:spcBef>
              <a:spcAft>
                <a:spcPts val="0"/>
              </a:spcAft>
              <a:buSzPts val="1800"/>
              <a:buChar char="●"/>
              <a:defRPr/>
            </a:lvl7pPr>
            <a:lvl8pPr marL="3657600" lvl="7" indent="-342900" algn="l">
              <a:spcBef>
                <a:spcPts val="300"/>
              </a:spcBef>
              <a:spcAft>
                <a:spcPts val="0"/>
              </a:spcAft>
              <a:buSzPts val="1800"/>
              <a:buChar char="●"/>
              <a:defRPr/>
            </a:lvl8pPr>
            <a:lvl9pPr marL="4114800" lvl="8" indent="-342900" algn="l">
              <a:spcBef>
                <a:spcPts val="300"/>
              </a:spcBef>
              <a:spcAft>
                <a:spcPts val="0"/>
              </a:spcAft>
              <a:buSzPts val="1800"/>
              <a:buChar char="●"/>
              <a:defRPr/>
            </a:lvl9pPr>
          </a:lstStyle>
          <a:p>
            <a:endParaRPr/>
          </a:p>
        </p:txBody>
      </p:sp>
      <p:sp>
        <p:nvSpPr>
          <p:cNvPr id="74" name="Google Shape;74;p25"/>
          <p:cNvSpPr txBox="1">
            <a:spLocks noGrp="1"/>
          </p:cNvSpPr>
          <p:nvPr>
            <p:ph type="ftr" idx="11"/>
          </p:nvPr>
        </p:nvSpPr>
        <p:spPr>
          <a:xfrm>
            <a:off x="7010400" y="612648"/>
            <a:ext cx="1767840" cy="45720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25"/>
          <p:cNvSpPr txBox="1">
            <a:spLocks noGrp="1"/>
          </p:cNvSpPr>
          <p:nvPr>
            <p:ph type="dt" idx="10"/>
          </p:nvPr>
        </p:nvSpPr>
        <p:spPr>
          <a:xfrm>
            <a:off x="8782048" y="612648"/>
            <a:ext cx="1276352"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5"/>
          <p:cNvSpPr txBox="1">
            <a:spLocks noGrp="1"/>
          </p:cNvSpPr>
          <p:nvPr>
            <p:ph type="sldNum" idx="12"/>
          </p:nvPr>
        </p:nvSpPr>
        <p:spPr>
          <a:xfrm>
            <a:off x="10899648" y="2272"/>
            <a:ext cx="1016000" cy="365760"/>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7"/>
        <p:cNvGrpSpPr/>
        <p:nvPr/>
      </p:nvGrpSpPr>
      <p:grpSpPr>
        <a:xfrm>
          <a:off x="0" y="0"/>
          <a:ext cx="0" cy="0"/>
          <a:chOff x="0" y="0"/>
          <a:chExt cx="0" cy="0"/>
        </a:xfrm>
      </p:grpSpPr>
      <p:sp>
        <p:nvSpPr>
          <p:cNvPr id="78" name="Google Shape;78;p26"/>
          <p:cNvSpPr txBox="1">
            <a:spLocks noGrp="1"/>
          </p:cNvSpPr>
          <p:nvPr>
            <p:ph type="title"/>
          </p:nvPr>
        </p:nvSpPr>
        <p:spPr>
          <a:xfrm>
            <a:off x="609600" y="1143000"/>
            <a:ext cx="10972800" cy="1069848"/>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4000"/>
              <a:buFont typeface="Calibri"/>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26"/>
          <p:cNvSpPr txBox="1">
            <a:spLocks noGrp="1"/>
          </p:cNvSpPr>
          <p:nvPr>
            <p:ph type="ftr" idx="11"/>
          </p:nvPr>
        </p:nvSpPr>
        <p:spPr>
          <a:xfrm>
            <a:off x="7010400" y="612648"/>
            <a:ext cx="1767840" cy="45720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26"/>
          <p:cNvSpPr txBox="1">
            <a:spLocks noGrp="1"/>
          </p:cNvSpPr>
          <p:nvPr>
            <p:ph type="dt" idx="10"/>
          </p:nvPr>
        </p:nvSpPr>
        <p:spPr>
          <a:xfrm>
            <a:off x="8778240" y="612648"/>
            <a:ext cx="1276352"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26"/>
          <p:cNvSpPr txBox="1">
            <a:spLocks noGrp="1"/>
          </p:cNvSpPr>
          <p:nvPr>
            <p:ph type="sldNum" idx="12"/>
          </p:nvPr>
        </p:nvSpPr>
        <p:spPr>
          <a:xfrm>
            <a:off x="10899648" y="2272"/>
            <a:ext cx="1016000" cy="365760"/>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2"/>
        <p:cNvGrpSpPr/>
        <p:nvPr/>
      </p:nvGrpSpPr>
      <p:grpSpPr>
        <a:xfrm>
          <a:off x="0" y="0"/>
          <a:ext cx="0" cy="0"/>
          <a:chOff x="0" y="0"/>
          <a:chExt cx="0" cy="0"/>
        </a:xfrm>
      </p:grpSpPr>
      <p:sp>
        <p:nvSpPr>
          <p:cNvPr id="83" name="Google Shape;83;p27"/>
          <p:cNvSpPr txBox="1">
            <a:spLocks noGrp="1"/>
          </p:cNvSpPr>
          <p:nvPr>
            <p:ph type="title"/>
          </p:nvPr>
        </p:nvSpPr>
        <p:spPr>
          <a:xfrm>
            <a:off x="7137995" y="1101970"/>
            <a:ext cx="4511040" cy="877824"/>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Font typeface="Calibri"/>
              <a:buNone/>
              <a:defRPr sz="18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27"/>
          <p:cNvSpPr txBox="1">
            <a:spLocks noGrp="1"/>
          </p:cNvSpPr>
          <p:nvPr>
            <p:ph type="body" idx="1"/>
          </p:nvPr>
        </p:nvSpPr>
        <p:spPr>
          <a:xfrm>
            <a:off x="203200" y="776287"/>
            <a:ext cx="6803136" cy="5805083"/>
          </a:xfrm>
          <a:prstGeom prst="rect">
            <a:avLst/>
          </a:prstGeom>
          <a:noFill/>
          <a:ln>
            <a:noFill/>
          </a:ln>
        </p:spPr>
        <p:txBody>
          <a:bodyPr spcFirstLastPara="1" wrap="square" lIns="91425" tIns="45700" rIns="91425" bIns="45700" anchor="t" anchorCtr="0">
            <a:normAutofit/>
          </a:bodyPr>
          <a:lstStyle>
            <a:lvl1pPr marL="457200" lvl="0" indent="-431800" algn="l">
              <a:spcBef>
                <a:spcPts val="300"/>
              </a:spcBef>
              <a:spcAft>
                <a:spcPts val="0"/>
              </a:spcAft>
              <a:buSzPts val="3200"/>
              <a:buChar char="•"/>
              <a:defRPr sz="3200"/>
            </a:lvl1pPr>
            <a:lvl2pPr marL="914400" lvl="1" indent="-406400" algn="l">
              <a:spcBef>
                <a:spcPts val="300"/>
              </a:spcBef>
              <a:spcAft>
                <a:spcPts val="0"/>
              </a:spcAft>
              <a:buSzPts val="2800"/>
              <a:buChar char="▫"/>
              <a:defRPr sz="2800"/>
            </a:lvl2pPr>
            <a:lvl3pPr marL="1371600" lvl="2" indent="-381000" algn="l">
              <a:spcBef>
                <a:spcPts val="300"/>
              </a:spcBef>
              <a:spcAft>
                <a:spcPts val="0"/>
              </a:spcAft>
              <a:buSzPts val="2400"/>
              <a:buChar char="●"/>
              <a:defRPr sz="2400"/>
            </a:lvl3pPr>
            <a:lvl4pPr marL="1828800" lvl="3" indent="-355600" algn="l">
              <a:spcBef>
                <a:spcPts val="300"/>
              </a:spcBef>
              <a:spcAft>
                <a:spcPts val="0"/>
              </a:spcAft>
              <a:buSzPts val="2000"/>
              <a:buChar char="●"/>
              <a:defRPr sz="2000"/>
            </a:lvl4pPr>
            <a:lvl5pPr marL="2286000" lvl="4" indent="-355600" algn="l">
              <a:spcBef>
                <a:spcPts val="300"/>
              </a:spcBef>
              <a:spcAft>
                <a:spcPts val="0"/>
              </a:spcAft>
              <a:buSzPts val="2000"/>
              <a:buChar char="●"/>
              <a:defRPr sz="2000"/>
            </a:lvl5pPr>
            <a:lvl6pPr marL="2743200" lvl="5" indent="-342900" algn="l">
              <a:spcBef>
                <a:spcPts val="300"/>
              </a:spcBef>
              <a:spcAft>
                <a:spcPts val="0"/>
              </a:spcAft>
              <a:buSzPts val="1800"/>
              <a:buChar char="●"/>
              <a:defRPr/>
            </a:lvl6pPr>
            <a:lvl7pPr marL="3200400" lvl="6" indent="-342900" algn="l">
              <a:spcBef>
                <a:spcPts val="300"/>
              </a:spcBef>
              <a:spcAft>
                <a:spcPts val="0"/>
              </a:spcAft>
              <a:buSzPts val="1800"/>
              <a:buChar char="●"/>
              <a:defRPr/>
            </a:lvl7pPr>
            <a:lvl8pPr marL="3657600" lvl="7" indent="-342900" algn="l">
              <a:spcBef>
                <a:spcPts val="300"/>
              </a:spcBef>
              <a:spcAft>
                <a:spcPts val="0"/>
              </a:spcAft>
              <a:buSzPts val="1800"/>
              <a:buChar char="●"/>
              <a:defRPr/>
            </a:lvl8pPr>
            <a:lvl9pPr marL="4114800" lvl="8" indent="-342900" algn="l">
              <a:spcBef>
                <a:spcPts val="300"/>
              </a:spcBef>
              <a:spcAft>
                <a:spcPts val="0"/>
              </a:spcAft>
              <a:buSzPts val="1800"/>
              <a:buChar char="●"/>
              <a:defRPr/>
            </a:lvl9pPr>
          </a:lstStyle>
          <a:p>
            <a:endParaRPr/>
          </a:p>
        </p:txBody>
      </p:sp>
      <p:sp>
        <p:nvSpPr>
          <p:cNvPr id="85" name="Google Shape;85;p27"/>
          <p:cNvSpPr txBox="1">
            <a:spLocks noGrp="1"/>
          </p:cNvSpPr>
          <p:nvPr>
            <p:ph type="body" idx="2"/>
          </p:nvPr>
        </p:nvSpPr>
        <p:spPr>
          <a:xfrm>
            <a:off x="7137995" y="2010727"/>
            <a:ext cx="4511040" cy="4580573"/>
          </a:xfrm>
          <a:prstGeom prst="rect">
            <a:avLst/>
          </a:prstGeom>
          <a:noFill/>
          <a:ln>
            <a:noFill/>
          </a:ln>
        </p:spPr>
        <p:txBody>
          <a:bodyPr spcFirstLastPara="1" wrap="square" lIns="91425" tIns="45700" rIns="91425" bIns="45700" anchor="t" anchorCtr="0">
            <a:normAutofit/>
          </a:bodyPr>
          <a:lstStyle>
            <a:lvl1pPr marL="457200" lvl="0" indent="-228600" algn="l">
              <a:spcBef>
                <a:spcPts val="300"/>
              </a:spcBef>
              <a:spcAft>
                <a:spcPts val="0"/>
              </a:spcAft>
              <a:buSzPts val="1400"/>
              <a:buNone/>
              <a:defRPr sz="1400"/>
            </a:lvl1pPr>
            <a:lvl2pPr marL="914400" lvl="1" indent="-228600" algn="l">
              <a:spcBef>
                <a:spcPts val="300"/>
              </a:spcBef>
              <a:spcAft>
                <a:spcPts val="0"/>
              </a:spcAft>
              <a:buSzPts val="1200"/>
              <a:buNone/>
              <a:defRPr sz="1200"/>
            </a:lvl2pPr>
            <a:lvl3pPr marL="1371600" lvl="2" indent="-228600" algn="l">
              <a:spcBef>
                <a:spcPts val="300"/>
              </a:spcBef>
              <a:spcAft>
                <a:spcPts val="0"/>
              </a:spcAft>
              <a:buSzPts val="1000"/>
              <a:buNone/>
              <a:defRPr sz="1000"/>
            </a:lvl3pPr>
            <a:lvl4pPr marL="1828800" lvl="3" indent="-228600" algn="l">
              <a:spcBef>
                <a:spcPts val="300"/>
              </a:spcBef>
              <a:spcAft>
                <a:spcPts val="0"/>
              </a:spcAft>
              <a:buSzPts val="900"/>
              <a:buNone/>
              <a:defRPr sz="900"/>
            </a:lvl4pPr>
            <a:lvl5pPr marL="2286000" lvl="4" indent="-228600" algn="l">
              <a:spcBef>
                <a:spcPts val="300"/>
              </a:spcBef>
              <a:spcAft>
                <a:spcPts val="0"/>
              </a:spcAft>
              <a:buSzPts val="900"/>
              <a:buNone/>
              <a:defRPr sz="900"/>
            </a:lvl5pPr>
            <a:lvl6pPr marL="2743200" lvl="5" indent="-342900" algn="l">
              <a:spcBef>
                <a:spcPts val="300"/>
              </a:spcBef>
              <a:spcAft>
                <a:spcPts val="0"/>
              </a:spcAft>
              <a:buSzPts val="1800"/>
              <a:buChar char="●"/>
              <a:defRPr/>
            </a:lvl6pPr>
            <a:lvl7pPr marL="3200400" lvl="6" indent="-342900" algn="l">
              <a:spcBef>
                <a:spcPts val="300"/>
              </a:spcBef>
              <a:spcAft>
                <a:spcPts val="0"/>
              </a:spcAft>
              <a:buSzPts val="1800"/>
              <a:buChar char="●"/>
              <a:defRPr/>
            </a:lvl7pPr>
            <a:lvl8pPr marL="3657600" lvl="7" indent="-342900" algn="l">
              <a:spcBef>
                <a:spcPts val="300"/>
              </a:spcBef>
              <a:spcAft>
                <a:spcPts val="0"/>
              </a:spcAft>
              <a:buSzPts val="1800"/>
              <a:buChar char="●"/>
              <a:defRPr/>
            </a:lvl8pPr>
            <a:lvl9pPr marL="4114800" lvl="8" indent="-342900" algn="l">
              <a:spcBef>
                <a:spcPts val="300"/>
              </a:spcBef>
              <a:spcAft>
                <a:spcPts val="0"/>
              </a:spcAft>
              <a:buSzPts val="1800"/>
              <a:buChar char="●"/>
              <a:defRPr/>
            </a:lvl9pPr>
          </a:lstStyle>
          <a:p>
            <a:endParaRPr/>
          </a:p>
        </p:txBody>
      </p:sp>
      <p:sp>
        <p:nvSpPr>
          <p:cNvPr id="86" name="Google Shape;86;p27"/>
          <p:cNvSpPr txBox="1">
            <a:spLocks noGrp="1"/>
          </p:cNvSpPr>
          <p:nvPr>
            <p:ph type="ftr" idx="11"/>
          </p:nvPr>
        </p:nvSpPr>
        <p:spPr>
          <a:xfrm>
            <a:off x="7010400" y="612648"/>
            <a:ext cx="1767840" cy="45720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27"/>
          <p:cNvSpPr txBox="1">
            <a:spLocks noGrp="1"/>
          </p:cNvSpPr>
          <p:nvPr>
            <p:ph type="dt" idx="10"/>
          </p:nvPr>
        </p:nvSpPr>
        <p:spPr>
          <a:xfrm>
            <a:off x="8782048" y="612648"/>
            <a:ext cx="1276352"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27"/>
          <p:cNvSpPr txBox="1">
            <a:spLocks noGrp="1"/>
          </p:cNvSpPr>
          <p:nvPr>
            <p:ph type="sldNum" idx="12"/>
          </p:nvPr>
        </p:nvSpPr>
        <p:spPr>
          <a:xfrm>
            <a:off x="10899648" y="2272"/>
            <a:ext cx="1016000" cy="365760"/>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9"/>
        <p:cNvGrpSpPr/>
        <p:nvPr/>
      </p:nvGrpSpPr>
      <p:grpSpPr>
        <a:xfrm>
          <a:off x="0" y="0"/>
          <a:ext cx="0" cy="0"/>
          <a:chOff x="0" y="0"/>
          <a:chExt cx="0" cy="0"/>
        </a:xfrm>
      </p:grpSpPr>
      <p:sp>
        <p:nvSpPr>
          <p:cNvPr id="90" name="Google Shape;90;p28"/>
          <p:cNvSpPr txBox="1">
            <a:spLocks noGrp="1"/>
          </p:cNvSpPr>
          <p:nvPr>
            <p:ph type="title"/>
          </p:nvPr>
        </p:nvSpPr>
        <p:spPr>
          <a:xfrm rot="-5400000">
            <a:off x="5304297" y="3058778"/>
            <a:ext cx="4681637" cy="782404"/>
          </a:xfrm>
          <a:prstGeom prst="rect">
            <a:avLst/>
          </a:prstGeom>
          <a:noFill/>
          <a:ln>
            <a:noFill/>
          </a:ln>
        </p:spPr>
        <p:txBody>
          <a:bodyPr spcFirstLastPara="1" wrap="square" lIns="45700" tIns="0" rIns="45700" bIns="45700" anchor="t" anchorCtr="0">
            <a:normAutofit/>
          </a:bodyPr>
          <a:lstStyle>
            <a:lvl1pPr lvl="0" algn="ctr">
              <a:spcBef>
                <a:spcPts val="0"/>
              </a:spcBef>
              <a:spcAft>
                <a:spcPts val="0"/>
              </a:spcAft>
              <a:buClr>
                <a:schemeClr val="dk2"/>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28" descr="An empty placeholder to add an image. Click on the placeholder and select the image that you wish to add"/>
          <p:cNvSpPr>
            <a:spLocks noGrp="1"/>
          </p:cNvSpPr>
          <p:nvPr>
            <p:ph type="pic" idx="2"/>
          </p:nvPr>
        </p:nvSpPr>
        <p:spPr>
          <a:xfrm>
            <a:off x="538228" y="1143000"/>
            <a:ext cx="6096000" cy="4572000"/>
          </a:xfrm>
          <a:prstGeom prst="rect">
            <a:avLst/>
          </a:prstGeom>
          <a:solidFill>
            <a:srgbClr val="EAEAEA"/>
          </a:solidFill>
          <a:ln w="50800" cap="flat" cmpd="sng">
            <a:solidFill>
              <a:srgbClr val="FFFFFF"/>
            </a:solidFill>
            <a:prstDash val="solid"/>
            <a:miter lim="800000"/>
            <a:headEnd type="none" w="sm" len="sm"/>
            <a:tailEnd type="none" w="sm" len="sm"/>
          </a:ln>
          <a:effectLst>
            <a:outerShdw blurRad="57150" dist="31750" dir="4800000" algn="tl" rotWithShape="0">
              <a:srgbClr val="000000">
                <a:alpha val="24705"/>
              </a:srgbClr>
            </a:outerShdw>
          </a:effectLst>
        </p:spPr>
      </p:sp>
      <p:sp>
        <p:nvSpPr>
          <p:cNvPr id="92" name="Google Shape;92;p28"/>
          <p:cNvSpPr txBox="1">
            <a:spLocks noGrp="1"/>
          </p:cNvSpPr>
          <p:nvPr>
            <p:ph type="body" idx="1"/>
          </p:nvPr>
        </p:nvSpPr>
        <p:spPr>
          <a:xfrm>
            <a:off x="8117924" y="3274309"/>
            <a:ext cx="3454400" cy="2516489"/>
          </a:xfrm>
          <a:prstGeom prst="rect">
            <a:avLst/>
          </a:prstGeom>
          <a:noFill/>
          <a:ln>
            <a:noFill/>
          </a:ln>
        </p:spPr>
        <p:txBody>
          <a:bodyPr spcFirstLastPara="1" wrap="square" lIns="0" tIns="0" rIns="45700" bIns="45700" anchor="t" anchorCtr="0">
            <a:normAutofit/>
          </a:bodyPr>
          <a:lstStyle>
            <a:lvl1pPr marL="457200" lvl="0" indent="-228600" algn="l">
              <a:lnSpc>
                <a:spcPct val="100000"/>
              </a:lnSpc>
              <a:spcBef>
                <a:spcPts val="0"/>
              </a:spcBef>
              <a:spcAft>
                <a:spcPts val="0"/>
              </a:spcAft>
              <a:buSzPts val="1300"/>
              <a:buFont typeface="Calibri"/>
              <a:buNone/>
              <a:defRPr sz="1300"/>
            </a:lvl1pPr>
            <a:lvl2pPr marL="914400" lvl="1" indent="-228600" algn="l">
              <a:spcBef>
                <a:spcPts val="300"/>
              </a:spcBef>
              <a:spcAft>
                <a:spcPts val="0"/>
              </a:spcAft>
              <a:buSzPts val="1200"/>
              <a:buFont typeface="Calibri"/>
              <a:buNone/>
              <a:defRPr sz="1200"/>
            </a:lvl2pPr>
            <a:lvl3pPr marL="1371600" lvl="2" indent="-228600" algn="l">
              <a:spcBef>
                <a:spcPts val="300"/>
              </a:spcBef>
              <a:spcAft>
                <a:spcPts val="0"/>
              </a:spcAft>
              <a:buSzPts val="1000"/>
              <a:buFont typeface="Calibri"/>
              <a:buNone/>
              <a:defRPr sz="1000"/>
            </a:lvl3pPr>
            <a:lvl4pPr marL="1828800" lvl="3" indent="-228600" algn="l">
              <a:spcBef>
                <a:spcPts val="300"/>
              </a:spcBef>
              <a:spcAft>
                <a:spcPts val="0"/>
              </a:spcAft>
              <a:buSzPts val="900"/>
              <a:buFont typeface="Calibri"/>
              <a:buNone/>
              <a:defRPr sz="900"/>
            </a:lvl4pPr>
            <a:lvl5pPr marL="2286000" lvl="4" indent="-228600" algn="l">
              <a:spcBef>
                <a:spcPts val="300"/>
              </a:spcBef>
              <a:spcAft>
                <a:spcPts val="0"/>
              </a:spcAft>
              <a:buSzPts val="900"/>
              <a:buFont typeface="Calibri"/>
              <a:buNone/>
              <a:defRPr sz="900"/>
            </a:lvl5pPr>
            <a:lvl6pPr marL="2743200" lvl="5" indent="-342900" algn="l">
              <a:spcBef>
                <a:spcPts val="300"/>
              </a:spcBef>
              <a:spcAft>
                <a:spcPts val="0"/>
              </a:spcAft>
              <a:buSzPts val="1800"/>
              <a:buChar char="●"/>
              <a:defRPr/>
            </a:lvl6pPr>
            <a:lvl7pPr marL="3200400" lvl="6" indent="-342900" algn="l">
              <a:spcBef>
                <a:spcPts val="300"/>
              </a:spcBef>
              <a:spcAft>
                <a:spcPts val="0"/>
              </a:spcAft>
              <a:buSzPts val="1800"/>
              <a:buChar char="●"/>
              <a:defRPr/>
            </a:lvl7pPr>
            <a:lvl8pPr marL="3657600" lvl="7" indent="-342900" algn="l">
              <a:spcBef>
                <a:spcPts val="300"/>
              </a:spcBef>
              <a:spcAft>
                <a:spcPts val="0"/>
              </a:spcAft>
              <a:buSzPts val="1800"/>
              <a:buChar char="●"/>
              <a:defRPr/>
            </a:lvl8pPr>
            <a:lvl9pPr marL="4114800" lvl="8" indent="-342900" algn="l">
              <a:spcBef>
                <a:spcPts val="300"/>
              </a:spcBef>
              <a:spcAft>
                <a:spcPts val="0"/>
              </a:spcAft>
              <a:buSzPts val="1800"/>
              <a:buChar char="●"/>
              <a:defRPr/>
            </a:lvl9pPr>
          </a:lstStyle>
          <a:p>
            <a:endParaRPr/>
          </a:p>
        </p:txBody>
      </p:sp>
      <p:sp>
        <p:nvSpPr>
          <p:cNvPr id="93" name="Google Shape;93;p28"/>
          <p:cNvSpPr txBox="1">
            <a:spLocks noGrp="1"/>
          </p:cNvSpPr>
          <p:nvPr>
            <p:ph type="ftr" idx="11"/>
          </p:nvPr>
        </p:nvSpPr>
        <p:spPr>
          <a:xfrm>
            <a:off x="7010400" y="612648"/>
            <a:ext cx="1767840" cy="45720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28"/>
          <p:cNvSpPr txBox="1">
            <a:spLocks noGrp="1"/>
          </p:cNvSpPr>
          <p:nvPr>
            <p:ph type="dt" idx="10"/>
          </p:nvPr>
        </p:nvSpPr>
        <p:spPr>
          <a:xfrm>
            <a:off x="8782048" y="612648"/>
            <a:ext cx="1276352"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28"/>
          <p:cNvSpPr txBox="1">
            <a:spLocks noGrp="1"/>
          </p:cNvSpPr>
          <p:nvPr>
            <p:ph type="sldNum" idx="12"/>
          </p:nvPr>
        </p:nvSpPr>
        <p:spPr>
          <a:xfrm>
            <a:off x="10899648" y="2272"/>
            <a:ext cx="1016000" cy="365760"/>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6"/>
        <p:cNvGrpSpPr/>
        <p:nvPr/>
      </p:nvGrpSpPr>
      <p:grpSpPr>
        <a:xfrm>
          <a:off x="0" y="0"/>
          <a:ext cx="0" cy="0"/>
          <a:chOff x="0" y="0"/>
          <a:chExt cx="0" cy="0"/>
        </a:xfrm>
      </p:grpSpPr>
      <p:sp>
        <p:nvSpPr>
          <p:cNvPr id="97" name="Google Shape;97;p29"/>
          <p:cNvSpPr txBox="1">
            <a:spLocks noGrp="1"/>
          </p:cNvSpPr>
          <p:nvPr>
            <p:ph type="title"/>
          </p:nvPr>
        </p:nvSpPr>
        <p:spPr>
          <a:xfrm>
            <a:off x="609600" y="1143000"/>
            <a:ext cx="10972800" cy="10668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p29"/>
          <p:cNvSpPr txBox="1">
            <a:spLocks noGrp="1"/>
          </p:cNvSpPr>
          <p:nvPr>
            <p:ph type="body" idx="1"/>
          </p:nvPr>
        </p:nvSpPr>
        <p:spPr>
          <a:xfrm rot="5400000">
            <a:off x="3933444" y="-1074420"/>
            <a:ext cx="4325112" cy="10972800"/>
          </a:xfrm>
          <a:prstGeom prst="rect">
            <a:avLst/>
          </a:prstGeom>
          <a:noFill/>
          <a:ln>
            <a:noFill/>
          </a:ln>
        </p:spPr>
        <p:txBody>
          <a:bodyPr spcFirstLastPara="1" wrap="square" lIns="91425" tIns="45700" rIns="91425" bIns="45700" anchor="t" anchorCtr="0">
            <a:normAutofit/>
          </a:bodyPr>
          <a:lstStyle>
            <a:lvl1pPr marL="457200" lvl="0" indent="-406400" algn="l">
              <a:spcBef>
                <a:spcPts val="300"/>
              </a:spcBef>
              <a:spcAft>
                <a:spcPts val="0"/>
              </a:spcAft>
              <a:buSzPts val="2800"/>
              <a:buChar char="•"/>
              <a:defRPr/>
            </a:lvl1pPr>
            <a:lvl2pPr marL="914400" lvl="1" indent="-342900" algn="l">
              <a:spcBef>
                <a:spcPts val="300"/>
              </a:spcBef>
              <a:spcAft>
                <a:spcPts val="0"/>
              </a:spcAft>
              <a:buSzPts val="1800"/>
              <a:buChar char="▫"/>
              <a:defRPr/>
            </a:lvl2pPr>
            <a:lvl3pPr marL="1371600" lvl="2" indent="-342900" algn="l">
              <a:spcBef>
                <a:spcPts val="300"/>
              </a:spcBef>
              <a:spcAft>
                <a:spcPts val="0"/>
              </a:spcAft>
              <a:buSzPts val="1800"/>
              <a:buChar char="●"/>
              <a:defRPr/>
            </a:lvl3pPr>
            <a:lvl4pPr marL="1828800" lvl="3" indent="-342900" algn="l">
              <a:spcBef>
                <a:spcPts val="300"/>
              </a:spcBef>
              <a:spcAft>
                <a:spcPts val="0"/>
              </a:spcAft>
              <a:buSzPts val="1800"/>
              <a:buChar char="●"/>
              <a:defRPr/>
            </a:lvl4pPr>
            <a:lvl5pPr marL="2286000" lvl="4" indent="-355600" algn="l">
              <a:spcBef>
                <a:spcPts val="300"/>
              </a:spcBef>
              <a:spcAft>
                <a:spcPts val="0"/>
              </a:spcAft>
              <a:buSzPts val="2000"/>
              <a:buChar char="●"/>
              <a:defRPr/>
            </a:lvl5pPr>
            <a:lvl6pPr marL="2743200" lvl="5" indent="-342900" algn="l">
              <a:spcBef>
                <a:spcPts val="300"/>
              </a:spcBef>
              <a:spcAft>
                <a:spcPts val="0"/>
              </a:spcAft>
              <a:buSzPts val="1800"/>
              <a:buChar char="●"/>
              <a:defRPr/>
            </a:lvl6pPr>
            <a:lvl7pPr marL="3200400" lvl="6" indent="-342900" algn="l">
              <a:spcBef>
                <a:spcPts val="300"/>
              </a:spcBef>
              <a:spcAft>
                <a:spcPts val="0"/>
              </a:spcAft>
              <a:buSzPts val="1800"/>
              <a:buChar char="●"/>
              <a:defRPr/>
            </a:lvl7pPr>
            <a:lvl8pPr marL="3657600" lvl="7" indent="-342900" algn="l">
              <a:spcBef>
                <a:spcPts val="300"/>
              </a:spcBef>
              <a:spcAft>
                <a:spcPts val="0"/>
              </a:spcAft>
              <a:buSzPts val="1800"/>
              <a:buChar char="●"/>
              <a:defRPr/>
            </a:lvl8pPr>
            <a:lvl9pPr marL="4114800" lvl="8" indent="-342900" algn="l">
              <a:spcBef>
                <a:spcPts val="300"/>
              </a:spcBef>
              <a:spcAft>
                <a:spcPts val="0"/>
              </a:spcAft>
              <a:buSzPts val="1800"/>
              <a:buChar char="●"/>
              <a:defRPr/>
            </a:lvl9pPr>
          </a:lstStyle>
          <a:p>
            <a:endParaRPr/>
          </a:p>
        </p:txBody>
      </p:sp>
      <p:sp>
        <p:nvSpPr>
          <p:cNvPr id="99" name="Google Shape;99;p29"/>
          <p:cNvSpPr txBox="1">
            <a:spLocks noGrp="1"/>
          </p:cNvSpPr>
          <p:nvPr>
            <p:ph type="ftr" idx="11"/>
          </p:nvPr>
        </p:nvSpPr>
        <p:spPr>
          <a:xfrm>
            <a:off x="7010400" y="612648"/>
            <a:ext cx="1767840" cy="45720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29"/>
          <p:cNvSpPr txBox="1">
            <a:spLocks noGrp="1"/>
          </p:cNvSpPr>
          <p:nvPr>
            <p:ph type="dt" idx="10"/>
          </p:nvPr>
        </p:nvSpPr>
        <p:spPr>
          <a:xfrm>
            <a:off x="8782048" y="612648"/>
            <a:ext cx="1276352"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29"/>
          <p:cNvSpPr txBox="1">
            <a:spLocks noGrp="1"/>
          </p:cNvSpPr>
          <p:nvPr>
            <p:ph type="sldNum" idx="12"/>
          </p:nvPr>
        </p:nvSpPr>
        <p:spPr>
          <a:xfrm>
            <a:off x="10899648" y="2272"/>
            <a:ext cx="1016000" cy="365760"/>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02"/>
        <p:cNvGrpSpPr/>
        <p:nvPr/>
      </p:nvGrpSpPr>
      <p:grpSpPr>
        <a:xfrm>
          <a:off x="0" y="0"/>
          <a:ext cx="0" cy="0"/>
          <a:chOff x="0" y="0"/>
          <a:chExt cx="0" cy="0"/>
        </a:xfrm>
      </p:grpSpPr>
      <p:sp>
        <p:nvSpPr>
          <p:cNvPr id="103" name="Google Shape;103;p30"/>
          <p:cNvSpPr txBox="1">
            <a:spLocks noGrp="1"/>
          </p:cNvSpPr>
          <p:nvPr>
            <p:ph type="title"/>
          </p:nvPr>
        </p:nvSpPr>
        <p:spPr>
          <a:xfrm rot="5400000">
            <a:off x="7588250" y="2597150"/>
            <a:ext cx="5448300" cy="25400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4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30"/>
          <p:cNvSpPr txBox="1">
            <a:spLocks noGrp="1"/>
          </p:cNvSpPr>
          <p:nvPr>
            <p:ph type="body" idx="1"/>
          </p:nvPr>
        </p:nvSpPr>
        <p:spPr>
          <a:xfrm rot="5400000">
            <a:off x="2051050" y="-298450"/>
            <a:ext cx="5448300" cy="8331200"/>
          </a:xfrm>
          <a:prstGeom prst="rect">
            <a:avLst/>
          </a:prstGeom>
          <a:noFill/>
          <a:ln>
            <a:noFill/>
          </a:ln>
        </p:spPr>
        <p:txBody>
          <a:bodyPr spcFirstLastPara="1" wrap="square" lIns="91425" tIns="45700" rIns="91425" bIns="45700" anchor="t" anchorCtr="0">
            <a:normAutofit/>
          </a:bodyPr>
          <a:lstStyle>
            <a:lvl1pPr marL="457200" lvl="0" indent="-342900" algn="l">
              <a:spcBef>
                <a:spcPts val="300"/>
              </a:spcBef>
              <a:spcAft>
                <a:spcPts val="0"/>
              </a:spcAft>
              <a:buSzPts val="1800"/>
              <a:buChar char="•"/>
              <a:defRPr/>
            </a:lvl1pPr>
            <a:lvl2pPr marL="914400" lvl="1" indent="-342900" algn="l">
              <a:spcBef>
                <a:spcPts val="300"/>
              </a:spcBef>
              <a:spcAft>
                <a:spcPts val="0"/>
              </a:spcAft>
              <a:buSzPts val="1800"/>
              <a:buChar char="▫"/>
              <a:defRPr/>
            </a:lvl2pPr>
            <a:lvl3pPr marL="1371600" lvl="2" indent="-342900" algn="l">
              <a:spcBef>
                <a:spcPts val="300"/>
              </a:spcBef>
              <a:spcAft>
                <a:spcPts val="0"/>
              </a:spcAft>
              <a:buSzPts val="1800"/>
              <a:buChar char="●"/>
              <a:defRPr/>
            </a:lvl3pPr>
            <a:lvl4pPr marL="1828800" lvl="3" indent="-342900" algn="l">
              <a:spcBef>
                <a:spcPts val="300"/>
              </a:spcBef>
              <a:spcAft>
                <a:spcPts val="0"/>
              </a:spcAft>
              <a:buSzPts val="1800"/>
              <a:buChar char="●"/>
              <a:defRPr/>
            </a:lvl4pPr>
            <a:lvl5pPr marL="2286000" lvl="4" indent="-355600" algn="l">
              <a:spcBef>
                <a:spcPts val="300"/>
              </a:spcBef>
              <a:spcAft>
                <a:spcPts val="0"/>
              </a:spcAft>
              <a:buSzPts val="2000"/>
              <a:buChar char="●"/>
              <a:defRPr/>
            </a:lvl5pPr>
            <a:lvl6pPr marL="2743200" lvl="5" indent="-342900" algn="l">
              <a:spcBef>
                <a:spcPts val="300"/>
              </a:spcBef>
              <a:spcAft>
                <a:spcPts val="0"/>
              </a:spcAft>
              <a:buSzPts val="1800"/>
              <a:buChar char="●"/>
              <a:defRPr/>
            </a:lvl6pPr>
            <a:lvl7pPr marL="3200400" lvl="6" indent="-342900" algn="l">
              <a:spcBef>
                <a:spcPts val="300"/>
              </a:spcBef>
              <a:spcAft>
                <a:spcPts val="0"/>
              </a:spcAft>
              <a:buSzPts val="1800"/>
              <a:buChar char="●"/>
              <a:defRPr/>
            </a:lvl7pPr>
            <a:lvl8pPr marL="3657600" lvl="7" indent="-342900" algn="l">
              <a:spcBef>
                <a:spcPts val="300"/>
              </a:spcBef>
              <a:spcAft>
                <a:spcPts val="0"/>
              </a:spcAft>
              <a:buSzPts val="1800"/>
              <a:buChar char="●"/>
              <a:defRPr/>
            </a:lvl8pPr>
            <a:lvl9pPr marL="4114800" lvl="8" indent="-342900" algn="l">
              <a:spcBef>
                <a:spcPts val="300"/>
              </a:spcBef>
              <a:spcAft>
                <a:spcPts val="0"/>
              </a:spcAft>
              <a:buSzPts val="1800"/>
              <a:buChar char="●"/>
              <a:defRPr/>
            </a:lvl9pPr>
          </a:lstStyle>
          <a:p>
            <a:endParaRPr/>
          </a:p>
        </p:txBody>
      </p:sp>
      <p:sp>
        <p:nvSpPr>
          <p:cNvPr id="105" name="Google Shape;105;p30"/>
          <p:cNvSpPr txBox="1">
            <a:spLocks noGrp="1"/>
          </p:cNvSpPr>
          <p:nvPr>
            <p:ph type="ftr" idx="11"/>
          </p:nvPr>
        </p:nvSpPr>
        <p:spPr>
          <a:xfrm>
            <a:off x="7010400" y="612648"/>
            <a:ext cx="1767840" cy="45720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30"/>
          <p:cNvSpPr txBox="1">
            <a:spLocks noGrp="1"/>
          </p:cNvSpPr>
          <p:nvPr>
            <p:ph type="dt" idx="10"/>
          </p:nvPr>
        </p:nvSpPr>
        <p:spPr>
          <a:xfrm>
            <a:off x="8782048" y="612648"/>
            <a:ext cx="1276352"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30"/>
          <p:cNvSpPr txBox="1">
            <a:spLocks noGrp="1"/>
          </p:cNvSpPr>
          <p:nvPr>
            <p:ph type="sldNum" idx="12"/>
          </p:nvPr>
        </p:nvSpPr>
        <p:spPr>
          <a:xfrm>
            <a:off x="10899648" y="2272"/>
            <a:ext cx="1016000" cy="365760"/>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9"/>
          <p:cNvSpPr/>
          <p:nvPr/>
        </p:nvSpPr>
        <p:spPr>
          <a:xfrm>
            <a:off x="1" y="366819"/>
            <a:ext cx="12192000" cy="84407"/>
          </a:xfrm>
          <a:prstGeom prst="rect">
            <a:avLst/>
          </a:prstGeom>
          <a:solidFill>
            <a:schemeClr val="accent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 name="Google Shape;11;p19"/>
          <p:cNvSpPr/>
          <p:nvPr/>
        </p:nvSpPr>
        <p:spPr>
          <a:xfrm>
            <a:off x="0" y="-1"/>
            <a:ext cx="12192000" cy="310663"/>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 name="Google Shape;12;p19"/>
          <p:cNvSpPr/>
          <p:nvPr/>
        </p:nvSpPr>
        <p:spPr>
          <a:xfrm>
            <a:off x="1" y="308277"/>
            <a:ext cx="12192001" cy="9144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 name="Google Shape;13;p19"/>
          <p:cNvSpPr/>
          <p:nvPr/>
        </p:nvSpPr>
        <p:spPr>
          <a:xfrm rot="10800000" flipH="1">
            <a:off x="7213577" y="360247"/>
            <a:ext cx="4978425" cy="91087"/>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4" name="Google Shape;14;p19"/>
          <p:cNvSpPr/>
          <p:nvPr/>
        </p:nvSpPr>
        <p:spPr>
          <a:xfrm rot="10800000" flipH="1">
            <a:off x="7213601" y="440113"/>
            <a:ext cx="4978401" cy="180035"/>
          </a:xfrm>
          <a:prstGeom prst="rect">
            <a:avLst/>
          </a:prstGeom>
          <a:solidFill>
            <a:schemeClr val="accent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 name="Google Shape;15;p19"/>
          <p:cNvSpPr/>
          <p:nvPr/>
        </p:nvSpPr>
        <p:spPr>
          <a:xfrm>
            <a:off x="7209785" y="497504"/>
            <a:ext cx="4084320" cy="27432"/>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6" name="Google Shape;16;p19"/>
          <p:cNvSpPr/>
          <p:nvPr/>
        </p:nvSpPr>
        <p:spPr>
          <a:xfrm>
            <a:off x="9831528" y="588943"/>
            <a:ext cx="2133600" cy="36576"/>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 name="Google Shape;17;p19"/>
          <p:cNvSpPr/>
          <p:nvPr/>
        </p:nvSpPr>
        <p:spPr>
          <a:xfrm>
            <a:off x="12113288" y="-2001"/>
            <a:ext cx="76835" cy="621792"/>
          </a:xfrm>
          <a:prstGeom prst="rect">
            <a:avLst/>
          </a:prstGeom>
          <a:solidFill>
            <a:srgbClr val="FFFFFF">
              <a:alpha val="6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 name="Google Shape;18;p19"/>
          <p:cNvSpPr/>
          <p:nvPr/>
        </p:nvSpPr>
        <p:spPr>
          <a:xfrm>
            <a:off x="12059308" y="-2001"/>
            <a:ext cx="36576" cy="621792"/>
          </a:xfrm>
          <a:prstGeom prst="rect">
            <a:avLst/>
          </a:prstGeom>
          <a:solidFill>
            <a:srgbClr val="FFFFFF">
              <a:alpha val="6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9" name="Google Shape;19;p19"/>
          <p:cNvSpPr/>
          <p:nvPr/>
        </p:nvSpPr>
        <p:spPr>
          <a:xfrm>
            <a:off x="12033904" y="-2001"/>
            <a:ext cx="12192" cy="621792"/>
          </a:xfrm>
          <a:prstGeom prst="rect">
            <a:avLst/>
          </a:prstGeom>
          <a:solidFill>
            <a:srgbClr val="FFFFFF">
              <a:alpha val="6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0" name="Google Shape;20;p19"/>
          <p:cNvSpPr/>
          <p:nvPr/>
        </p:nvSpPr>
        <p:spPr>
          <a:xfrm>
            <a:off x="11967231" y="-2001"/>
            <a:ext cx="36576" cy="621792"/>
          </a:xfrm>
          <a:prstGeom prst="rect">
            <a:avLst/>
          </a:prstGeom>
          <a:solidFill>
            <a:srgbClr val="FFFFFF">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 name="Google Shape;21;p19"/>
          <p:cNvSpPr/>
          <p:nvPr/>
        </p:nvSpPr>
        <p:spPr>
          <a:xfrm>
            <a:off x="11887569" y="380"/>
            <a:ext cx="73152" cy="585216"/>
          </a:xfrm>
          <a:prstGeom prst="rect">
            <a:avLst/>
          </a:prstGeom>
          <a:solidFill>
            <a:srgbClr val="FFFFFF">
              <a:alpha val="2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 name="Google Shape;22;p19"/>
          <p:cNvSpPr/>
          <p:nvPr/>
        </p:nvSpPr>
        <p:spPr>
          <a:xfrm>
            <a:off x="11831300" y="380"/>
            <a:ext cx="12192" cy="585216"/>
          </a:xfrm>
          <a:prstGeom prst="rect">
            <a:avLst/>
          </a:prstGeom>
          <a:solidFill>
            <a:srgbClr val="FFFFFF">
              <a:alpha val="2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3" name="Google Shape;23;p19"/>
          <p:cNvSpPr txBox="1">
            <a:spLocks noGrp="1"/>
          </p:cNvSpPr>
          <p:nvPr>
            <p:ph type="title"/>
          </p:nvPr>
        </p:nvSpPr>
        <p:spPr>
          <a:xfrm>
            <a:off x="609600" y="1143000"/>
            <a:ext cx="10972800" cy="106680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Clr>
                <a:schemeClr val="dk2"/>
              </a:buClr>
              <a:buSzPts val="4000"/>
              <a:buFont typeface="Calibri"/>
              <a:buNone/>
              <a:defRPr sz="4000" b="0" i="0" u="none" strike="noStrike" cap="none">
                <a:solidFill>
                  <a:schemeClr val="dk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4" name="Google Shape;24;p19"/>
          <p:cNvSpPr txBox="1">
            <a:spLocks noGrp="1"/>
          </p:cNvSpPr>
          <p:nvPr>
            <p:ph type="body" idx="1"/>
          </p:nvPr>
        </p:nvSpPr>
        <p:spPr>
          <a:xfrm>
            <a:off x="609600" y="2249424"/>
            <a:ext cx="10972800" cy="4325112"/>
          </a:xfrm>
          <a:prstGeom prst="rect">
            <a:avLst/>
          </a:prstGeom>
          <a:noFill/>
          <a:ln>
            <a:noFill/>
          </a:ln>
        </p:spPr>
        <p:txBody>
          <a:bodyPr spcFirstLastPara="1" wrap="square" lIns="91425" tIns="45700" rIns="91425" bIns="45700" anchor="t" anchorCtr="0">
            <a:normAutofit/>
          </a:bodyPr>
          <a:lstStyle>
            <a:lvl1pPr marL="457200" marR="0" lvl="0" indent="-406400" algn="l" rtl="0">
              <a:spcBef>
                <a:spcPts val="300"/>
              </a:spcBef>
              <a:spcAft>
                <a:spcPts val="0"/>
              </a:spcAft>
              <a:buClr>
                <a:srgbClr val="297D53"/>
              </a:buClr>
              <a:buSzPts val="2800"/>
              <a:buFont typeface="Georgia"/>
              <a:buChar char="•"/>
              <a:defRPr sz="2800" b="0" i="0" u="none" strike="noStrike" cap="none">
                <a:solidFill>
                  <a:schemeClr val="dk2"/>
                </a:solidFill>
                <a:latin typeface="Calibri"/>
                <a:ea typeface="Calibri"/>
                <a:cs typeface="Calibri"/>
                <a:sym typeface="Calibri"/>
              </a:defRPr>
            </a:lvl1pPr>
            <a:lvl2pPr marL="914400" marR="0" lvl="1" indent="-393700" algn="l" rtl="0">
              <a:spcBef>
                <a:spcPts val="300"/>
              </a:spcBef>
              <a:spcAft>
                <a:spcPts val="0"/>
              </a:spcAft>
              <a:buClr>
                <a:srgbClr val="4A7B29"/>
              </a:buClr>
              <a:buSzPts val="2600"/>
              <a:buFont typeface="Georgia"/>
              <a:buChar char="▫"/>
              <a:defRPr sz="2600" b="0" i="0" u="none" strike="noStrike" cap="none">
                <a:solidFill>
                  <a:schemeClr val="dk2"/>
                </a:solidFill>
                <a:latin typeface="Calibri"/>
                <a:ea typeface="Calibri"/>
                <a:cs typeface="Calibri"/>
                <a:sym typeface="Calibri"/>
              </a:defRPr>
            </a:lvl2pPr>
            <a:lvl3pPr marL="1371600" marR="0" lvl="2" indent="-381000" algn="l" rtl="0">
              <a:spcBef>
                <a:spcPts val="300"/>
              </a:spcBef>
              <a:spcAft>
                <a:spcPts val="0"/>
              </a:spcAft>
              <a:buClr>
                <a:srgbClr val="4C661A"/>
              </a:buClr>
              <a:buSzPts val="2400"/>
              <a:buFont typeface="Noto Sans Symbols"/>
              <a:buChar char="●"/>
              <a:defRPr sz="2400" b="0" i="0" u="none" strike="noStrike" cap="none">
                <a:solidFill>
                  <a:schemeClr val="dk2"/>
                </a:solidFill>
                <a:latin typeface="Calibri"/>
                <a:ea typeface="Calibri"/>
                <a:cs typeface="Calibri"/>
                <a:sym typeface="Calibri"/>
              </a:defRPr>
            </a:lvl3pPr>
            <a:lvl4pPr marL="1828800" marR="0" lvl="3" indent="-368300" algn="l" rtl="0">
              <a:spcBef>
                <a:spcPts val="300"/>
              </a:spcBef>
              <a:spcAft>
                <a:spcPts val="0"/>
              </a:spcAft>
              <a:buClr>
                <a:srgbClr val="4C661A"/>
              </a:buClr>
              <a:buSzPts val="2200"/>
              <a:buFont typeface="Noto Sans Symbols"/>
              <a:buChar char="●"/>
              <a:defRPr sz="2200" b="0" i="0" u="none" strike="noStrike" cap="none">
                <a:solidFill>
                  <a:schemeClr val="dk2"/>
                </a:solidFill>
                <a:latin typeface="Calibri"/>
                <a:ea typeface="Calibri"/>
                <a:cs typeface="Calibri"/>
                <a:sym typeface="Calibri"/>
              </a:defRPr>
            </a:lvl4pPr>
            <a:lvl5pPr marL="2286000" marR="0" lvl="4" indent="-355600" algn="l" rtl="0">
              <a:spcBef>
                <a:spcPts val="300"/>
              </a:spcBef>
              <a:spcAft>
                <a:spcPts val="0"/>
              </a:spcAft>
              <a:buClr>
                <a:srgbClr val="4C661A"/>
              </a:buClr>
              <a:buSzPts val="2000"/>
              <a:buFont typeface="Noto Sans Symbols"/>
              <a:buChar char="●"/>
              <a:defRPr sz="2000" b="0" i="0" u="none" strike="noStrike" cap="none">
                <a:solidFill>
                  <a:schemeClr val="dk2"/>
                </a:solidFill>
                <a:latin typeface="Calibri"/>
                <a:ea typeface="Calibri"/>
                <a:cs typeface="Calibri"/>
                <a:sym typeface="Calibri"/>
              </a:defRPr>
            </a:lvl5pPr>
            <a:lvl6pPr marL="2743200" marR="0" lvl="5" indent="-342900" algn="l" rtl="0">
              <a:spcBef>
                <a:spcPts val="300"/>
              </a:spcBef>
              <a:spcAft>
                <a:spcPts val="0"/>
              </a:spcAft>
              <a:buClr>
                <a:srgbClr val="4C661A"/>
              </a:buClr>
              <a:buSzPts val="1800"/>
              <a:buFont typeface="Noto Sans Symbols"/>
              <a:buChar char="●"/>
              <a:defRPr sz="1800" b="0" i="0" u="none" strike="noStrike" cap="none">
                <a:solidFill>
                  <a:schemeClr val="dk2"/>
                </a:solidFill>
                <a:latin typeface="Calibri"/>
                <a:ea typeface="Calibri"/>
                <a:cs typeface="Calibri"/>
                <a:sym typeface="Calibri"/>
              </a:defRPr>
            </a:lvl6pPr>
            <a:lvl7pPr marL="3200400" marR="0" lvl="6" indent="-330200" algn="l" rtl="0">
              <a:spcBef>
                <a:spcPts val="300"/>
              </a:spcBef>
              <a:spcAft>
                <a:spcPts val="0"/>
              </a:spcAft>
              <a:buClr>
                <a:srgbClr val="4C661A"/>
              </a:buClr>
              <a:buSzPts val="1600"/>
              <a:buFont typeface="Noto Sans Symbols"/>
              <a:buChar char="●"/>
              <a:defRPr sz="1600" b="0" i="0" u="none" strike="noStrike" cap="none">
                <a:solidFill>
                  <a:schemeClr val="dk2"/>
                </a:solidFill>
                <a:latin typeface="Calibri"/>
                <a:ea typeface="Calibri"/>
                <a:cs typeface="Calibri"/>
                <a:sym typeface="Calibri"/>
              </a:defRPr>
            </a:lvl7pPr>
            <a:lvl8pPr marL="3657600" marR="0" lvl="7" indent="-323850" algn="l" rtl="0">
              <a:spcBef>
                <a:spcPts val="300"/>
              </a:spcBef>
              <a:spcAft>
                <a:spcPts val="0"/>
              </a:spcAft>
              <a:buClr>
                <a:srgbClr val="4C661A"/>
              </a:buClr>
              <a:buSzPts val="1500"/>
              <a:buFont typeface="Noto Sans Symbols"/>
              <a:buChar char="●"/>
              <a:defRPr sz="1500" b="0" i="0" u="none" strike="noStrike" cap="none">
                <a:solidFill>
                  <a:schemeClr val="dk2"/>
                </a:solidFill>
                <a:latin typeface="Calibri"/>
                <a:ea typeface="Calibri"/>
                <a:cs typeface="Calibri"/>
                <a:sym typeface="Calibri"/>
              </a:defRPr>
            </a:lvl8pPr>
            <a:lvl9pPr marL="4114800" marR="0" lvl="8" indent="-317500" algn="l" rtl="0">
              <a:spcBef>
                <a:spcPts val="300"/>
              </a:spcBef>
              <a:spcAft>
                <a:spcPts val="0"/>
              </a:spcAft>
              <a:buClr>
                <a:srgbClr val="4C661A"/>
              </a:buClr>
              <a:buSzPts val="1400"/>
              <a:buFont typeface="Noto Sans Symbols"/>
              <a:buChar char="●"/>
              <a:defRPr sz="1400" b="0" i="0" u="none" strike="noStrike" cap="none">
                <a:solidFill>
                  <a:schemeClr val="dk2"/>
                </a:solidFill>
                <a:latin typeface="Calibri"/>
                <a:ea typeface="Calibri"/>
                <a:cs typeface="Calibri"/>
                <a:sym typeface="Calibri"/>
              </a:defRPr>
            </a:lvl9pPr>
          </a:lstStyle>
          <a:p>
            <a:endParaRPr/>
          </a:p>
        </p:txBody>
      </p:sp>
      <p:sp>
        <p:nvSpPr>
          <p:cNvPr id="25" name="Google Shape;25;p19"/>
          <p:cNvSpPr txBox="1">
            <a:spLocks noGrp="1"/>
          </p:cNvSpPr>
          <p:nvPr>
            <p:ph type="ftr" idx="11"/>
          </p:nvPr>
        </p:nvSpPr>
        <p:spPr>
          <a:xfrm>
            <a:off x="7010400" y="612648"/>
            <a:ext cx="176784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100" b="0" i="0" u="none" strike="noStrike" cap="none">
                <a:solidFill>
                  <a:srgbClr val="4A7B29"/>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19"/>
          <p:cNvSpPr txBox="1">
            <a:spLocks noGrp="1"/>
          </p:cNvSpPr>
          <p:nvPr>
            <p:ph type="dt" idx="10"/>
          </p:nvPr>
        </p:nvSpPr>
        <p:spPr>
          <a:xfrm>
            <a:off x="8782048" y="612648"/>
            <a:ext cx="1276352"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100" b="0" i="0" u="none" strike="noStrike" cap="none">
                <a:solidFill>
                  <a:srgbClr val="4A7B29"/>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7" name="Google Shape;27;p19"/>
          <p:cNvSpPr txBox="1">
            <a:spLocks noGrp="1"/>
          </p:cNvSpPr>
          <p:nvPr>
            <p:ph type="sldNum" idx="12"/>
          </p:nvPr>
        </p:nvSpPr>
        <p:spPr>
          <a:xfrm>
            <a:off x="10899648" y="2272"/>
            <a:ext cx="1016000" cy="365760"/>
          </a:xfrm>
          <a:prstGeom prst="rect">
            <a:avLst/>
          </a:prstGeom>
          <a:noFill/>
          <a:ln>
            <a:noFill/>
          </a:ln>
        </p:spPr>
        <p:txBody>
          <a:bodyPr spcFirstLastPara="1" wrap="square" lIns="91425" tIns="45700" rIns="91425" bIns="45700" anchor="b" anchorCtr="0">
            <a:noAutofit/>
          </a:bodyPr>
          <a:lstStyle>
            <a:lvl1pPr marL="0" marR="0" lvl="0" indent="0" algn="r" rtl="0">
              <a:spcBef>
                <a:spcPts val="0"/>
              </a:spcBef>
              <a:buNone/>
              <a:defRPr sz="1800" b="0" i="0" u="none" strike="noStrike" cap="none">
                <a:solidFill>
                  <a:srgbClr val="FFFFFF"/>
                </a:solidFill>
                <a:latin typeface="Calibri"/>
                <a:ea typeface="Calibri"/>
                <a:cs typeface="Calibri"/>
                <a:sym typeface="Calibri"/>
              </a:defRPr>
            </a:lvl1pPr>
            <a:lvl2pPr marL="0" marR="0" lvl="1" indent="0" algn="r" rtl="0">
              <a:spcBef>
                <a:spcPts val="0"/>
              </a:spcBef>
              <a:buNone/>
              <a:defRPr sz="1800" b="0" i="0" u="none" strike="noStrike" cap="none">
                <a:solidFill>
                  <a:srgbClr val="FFFFFF"/>
                </a:solidFill>
                <a:latin typeface="Calibri"/>
                <a:ea typeface="Calibri"/>
                <a:cs typeface="Calibri"/>
                <a:sym typeface="Calibri"/>
              </a:defRPr>
            </a:lvl2pPr>
            <a:lvl3pPr marL="0" marR="0" lvl="2" indent="0" algn="r" rtl="0">
              <a:spcBef>
                <a:spcPts val="0"/>
              </a:spcBef>
              <a:buNone/>
              <a:defRPr sz="1800" b="0" i="0" u="none" strike="noStrike" cap="none">
                <a:solidFill>
                  <a:srgbClr val="FFFFFF"/>
                </a:solidFill>
                <a:latin typeface="Calibri"/>
                <a:ea typeface="Calibri"/>
                <a:cs typeface="Calibri"/>
                <a:sym typeface="Calibri"/>
              </a:defRPr>
            </a:lvl3pPr>
            <a:lvl4pPr marL="0" marR="0" lvl="3" indent="0" algn="r" rtl="0">
              <a:spcBef>
                <a:spcPts val="0"/>
              </a:spcBef>
              <a:buNone/>
              <a:defRPr sz="1800" b="0" i="0" u="none" strike="noStrike" cap="none">
                <a:solidFill>
                  <a:srgbClr val="FFFFFF"/>
                </a:solidFill>
                <a:latin typeface="Calibri"/>
                <a:ea typeface="Calibri"/>
                <a:cs typeface="Calibri"/>
                <a:sym typeface="Calibri"/>
              </a:defRPr>
            </a:lvl4pPr>
            <a:lvl5pPr marL="0" marR="0" lvl="4" indent="0" algn="r" rtl="0">
              <a:spcBef>
                <a:spcPts val="0"/>
              </a:spcBef>
              <a:buNone/>
              <a:defRPr sz="1800" b="0" i="0" u="none" strike="noStrike" cap="none">
                <a:solidFill>
                  <a:srgbClr val="FFFFFF"/>
                </a:solidFill>
                <a:latin typeface="Calibri"/>
                <a:ea typeface="Calibri"/>
                <a:cs typeface="Calibri"/>
                <a:sym typeface="Calibri"/>
              </a:defRPr>
            </a:lvl5pPr>
            <a:lvl6pPr marL="0" marR="0" lvl="5" indent="0" algn="r" rtl="0">
              <a:spcBef>
                <a:spcPts val="0"/>
              </a:spcBef>
              <a:buNone/>
              <a:defRPr sz="1800" b="0" i="0" u="none" strike="noStrike" cap="none">
                <a:solidFill>
                  <a:srgbClr val="FFFFFF"/>
                </a:solidFill>
                <a:latin typeface="Calibri"/>
                <a:ea typeface="Calibri"/>
                <a:cs typeface="Calibri"/>
                <a:sym typeface="Calibri"/>
              </a:defRPr>
            </a:lvl6pPr>
            <a:lvl7pPr marL="0" marR="0" lvl="6" indent="0" algn="r" rtl="0">
              <a:spcBef>
                <a:spcPts val="0"/>
              </a:spcBef>
              <a:buNone/>
              <a:defRPr sz="1800" b="0" i="0" u="none" strike="noStrike" cap="none">
                <a:solidFill>
                  <a:srgbClr val="FFFFFF"/>
                </a:solidFill>
                <a:latin typeface="Calibri"/>
                <a:ea typeface="Calibri"/>
                <a:cs typeface="Calibri"/>
                <a:sym typeface="Calibri"/>
              </a:defRPr>
            </a:lvl7pPr>
            <a:lvl8pPr marL="0" marR="0" lvl="7" indent="0" algn="r" rtl="0">
              <a:spcBef>
                <a:spcPts val="0"/>
              </a:spcBef>
              <a:buNone/>
              <a:defRPr sz="1800" b="0" i="0" u="none" strike="noStrike" cap="none">
                <a:solidFill>
                  <a:srgbClr val="FFFFFF"/>
                </a:solidFill>
                <a:latin typeface="Calibri"/>
                <a:ea typeface="Calibri"/>
                <a:cs typeface="Calibri"/>
                <a:sym typeface="Calibri"/>
              </a:defRPr>
            </a:lvl8pPr>
            <a:lvl9pPr marL="0" marR="0" lvl="8" indent="0" algn="r" rtl="0">
              <a:spcBef>
                <a:spcPts val="0"/>
              </a:spcBef>
              <a:buNone/>
              <a:defRPr sz="180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415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4.jp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4.jp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4.jp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4.jpg"/><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jpg"/><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4.jp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jpg"/><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4.jp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4.jp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4.jp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4.jp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pic>
        <p:nvPicPr>
          <p:cNvPr id="112" name="Google Shape;112;p1"/>
          <p:cNvPicPr preferRelativeResize="0"/>
          <p:nvPr/>
        </p:nvPicPr>
        <p:blipFill rotWithShape="1">
          <a:blip r:embed="rId3">
            <a:alphaModFix/>
          </a:blip>
          <a:srcRect/>
          <a:stretch/>
        </p:blipFill>
        <p:spPr>
          <a:xfrm>
            <a:off x="1" y="0"/>
            <a:ext cx="12191998" cy="6858000"/>
          </a:xfrm>
          <a:prstGeom prst="rect">
            <a:avLst/>
          </a:prstGeom>
          <a:noFill/>
          <a:ln>
            <a:noFill/>
          </a:ln>
        </p:spPr>
      </p:pic>
      <p:sp>
        <p:nvSpPr>
          <p:cNvPr id="113" name="Google Shape;113;p1"/>
          <p:cNvSpPr/>
          <p:nvPr/>
        </p:nvSpPr>
        <p:spPr>
          <a:xfrm>
            <a:off x="-2278152" y="4473477"/>
            <a:ext cx="12022716" cy="4328702"/>
          </a:xfrm>
          <a:custGeom>
            <a:avLst/>
            <a:gdLst/>
            <a:ahLst/>
            <a:cxnLst/>
            <a:rect l="l" t="t" r="r" b="b"/>
            <a:pathLst>
              <a:path w="1128752" h="406400" extrusionOk="0">
                <a:moveTo>
                  <a:pt x="925552" y="0"/>
                </a:moveTo>
                <a:cubicBezTo>
                  <a:pt x="1037776" y="0"/>
                  <a:pt x="1128752" y="90976"/>
                  <a:pt x="1128752" y="203200"/>
                </a:cubicBezTo>
                <a:cubicBezTo>
                  <a:pt x="1128752" y="315424"/>
                  <a:pt x="1037776" y="406400"/>
                  <a:pt x="925552" y="406400"/>
                </a:cubicBezTo>
                <a:lnTo>
                  <a:pt x="203200" y="406400"/>
                </a:lnTo>
                <a:cubicBezTo>
                  <a:pt x="90976" y="406400"/>
                  <a:pt x="0" y="315424"/>
                  <a:pt x="0" y="203200"/>
                </a:cubicBezTo>
                <a:cubicBezTo>
                  <a:pt x="0" y="90976"/>
                  <a:pt x="90976" y="0"/>
                  <a:pt x="203200" y="0"/>
                </a:cubicBezTo>
                <a:close/>
              </a:path>
            </a:pathLst>
          </a:custGeom>
          <a:gradFill>
            <a:gsLst>
              <a:gs pos="0">
                <a:srgbClr val="FFDE7E">
                  <a:alpha val="49803"/>
                </a:srgbClr>
              </a:gs>
              <a:gs pos="50000">
                <a:srgbClr val="FFE9B1">
                  <a:alpha val="49803"/>
                </a:srgbClr>
              </a:gs>
              <a:gs pos="99000">
                <a:srgbClr val="FFF2D9">
                  <a:alpha val="49803"/>
                </a:srgbClr>
              </a:gs>
              <a:gs pos="100000">
                <a:srgbClr val="FFF2D9">
                  <a:alpha val="49803"/>
                </a:srgbClr>
              </a:gs>
            </a:gsLst>
            <a:lin ang="162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14" name="Google Shape;114;p1"/>
          <p:cNvSpPr/>
          <p:nvPr/>
        </p:nvSpPr>
        <p:spPr>
          <a:xfrm>
            <a:off x="11041273" y="6014553"/>
            <a:ext cx="630587" cy="157647"/>
          </a:xfrm>
          <a:custGeom>
            <a:avLst/>
            <a:gdLst/>
            <a:ahLst/>
            <a:cxnLst/>
            <a:rect l="l" t="t" r="r" b="b"/>
            <a:pathLst>
              <a:path w="945880" h="236470" extrusionOk="0">
                <a:moveTo>
                  <a:pt x="0" y="0"/>
                </a:moveTo>
                <a:lnTo>
                  <a:pt x="945880" y="0"/>
                </a:lnTo>
                <a:lnTo>
                  <a:pt x="945880" y="236470"/>
                </a:lnTo>
                <a:lnTo>
                  <a:pt x="0" y="236470"/>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cxnSp>
        <p:nvCxnSpPr>
          <p:cNvPr id="115" name="Google Shape;115;p1"/>
          <p:cNvCxnSpPr/>
          <p:nvPr/>
        </p:nvCxnSpPr>
        <p:spPr>
          <a:xfrm>
            <a:off x="208372" y="4350123"/>
            <a:ext cx="11244902" cy="0"/>
          </a:xfrm>
          <a:prstGeom prst="straightConnector1">
            <a:avLst/>
          </a:prstGeom>
          <a:noFill/>
          <a:ln w="38100" cap="flat" cmpd="sng">
            <a:solidFill>
              <a:srgbClr val="17726D"/>
            </a:solidFill>
            <a:prstDash val="solid"/>
            <a:round/>
            <a:headEnd type="none" w="sm" len="sm"/>
            <a:tailEnd type="none" w="sm" len="sm"/>
          </a:ln>
        </p:spPr>
      </p:cxnSp>
      <p:grpSp>
        <p:nvGrpSpPr>
          <p:cNvPr id="116" name="Google Shape;116;p1"/>
          <p:cNvGrpSpPr/>
          <p:nvPr/>
        </p:nvGrpSpPr>
        <p:grpSpPr>
          <a:xfrm>
            <a:off x="0" y="0"/>
            <a:ext cx="12192000" cy="625651"/>
            <a:chOff x="0" y="0"/>
            <a:chExt cx="12192000" cy="625651"/>
          </a:xfrm>
        </p:grpSpPr>
        <p:sp>
          <p:nvSpPr>
            <p:cNvPr id="117" name="Google Shape;117;p1"/>
            <p:cNvSpPr/>
            <p:nvPr/>
          </p:nvSpPr>
          <p:spPr>
            <a:xfrm>
              <a:off x="0" y="0"/>
              <a:ext cx="12192000" cy="441885"/>
            </a:xfrm>
            <a:prstGeom prst="flowChartProcess">
              <a:avLst/>
            </a:prstGeom>
            <a:solidFill>
              <a:srgbClr val="FAA41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8" name="Google Shape;118;p1"/>
            <p:cNvSpPr/>
            <p:nvPr/>
          </p:nvSpPr>
          <p:spPr>
            <a:xfrm>
              <a:off x="7199086" y="441885"/>
              <a:ext cx="4992913" cy="183766"/>
            </a:xfrm>
            <a:prstGeom prst="flowChartProcess">
              <a:avLst/>
            </a:prstGeom>
            <a:solidFill>
              <a:srgbClr val="45448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pic>
        <p:nvPicPr>
          <p:cNvPr id="119" name="Google Shape;119;p1"/>
          <p:cNvPicPr preferRelativeResize="0"/>
          <p:nvPr/>
        </p:nvPicPr>
        <p:blipFill rotWithShape="1">
          <a:blip r:embed="rId5">
            <a:alphaModFix/>
          </a:blip>
          <a:srcRect/>
          <a:stretch/>
        </p:blipFill>
        <p:spPr>
          <a:xfrm>
            <a:off x="299267" y="4652664"/>
            <a:ext cx="1700983" cy="1700983"/>
          </a:xfrm>
          <a:prstGeom prst="rect">
            <a:avLst/>
          </a:prstGeom>
          <a:noFill/>
          <a:ln>
            <a:noFill/>
          </a:ln>
        </p:spPr>
      </p:pic>
      <p:sp>
        <p:nvSpPr>
          <p:cNvPr id="120" name="Google Shape;120;p1"/>
          <p:cNvSpPr txBox="1"/>
          <p:nvPr/>
        </p:nvSpPr>
        <p:spPr>
          <a:xfrm>
            <a:off x="1717040" y="4891818"/>
            <a:ext cx="8138160" cy="1832024"/>
          </a:xfrm>
          <a:prstGeom prst="rect">
            <a:avLst/>
          </a:prstGeom>
          <a:noFill/>
          <a:ln>
            <a:noFill/>
          </a:ln>
        </p:spPr>
        <p:txBody>
          <a:bodyPr spcFirstLastPara="1" wrap="square" lIns="91425" tIns="45700" rIns="91425" bIns="45700" anchor="t" anchorCtr="0">
            <a:noAutofit/>
          </a:bodyPr>
          <a:lstStyle/>
          <a:p>
            <a:pPr marL="109728" marR="0" lvl="0" indent="0" algn="ctr" rtl="0">
              <a:spcBef>
                <a:spcPts val="0"/>
              </a:spcBef>
              <a:spcAft>
                <a:spcPts val="0"/>
              </a:spcAft>
              <a:buClr>
                <a:srgbClr val="297D53"/>
              </a:buClr>
              <a:buSzPts val="1800"/>
              <a:buFont typeface="Georgia"/>
              <a:buNone/>
            </a:pPr>
            <a:r>
              <a:rPr lang="en-US" sz="1800" b="0" i="0" u="none" strike="noStrike">
                <a:solidFill>
                  <a:srgbClr val="000000"/>
                </a:solidFill>
                <a:latin typeface="Times New Roman"/>
                <a:ea typeface="Times New Roman"/>
                <a:cs typeface="Times New Roman"/>
                <a:sym typeface="Times New Roman"/>
              </a:rPr>
              <a:t>MD ASHIKUZZAMAN</a:t>
            </a:r>
            <a:r>
              <a:rPr lang="en-US" sz="1800" b="0" i="0" u="none" strike="noStrike" baseline="30000">
                <a:solidFill>
                  <a:srgbClr val="000000"/>
                </a:solidFill>
                <a:latin typeface="Times New Roman"/>
                <a:ea typeface="Times New Roman"/>
                <a:cs typeface="Times New Roman"/>
                <a:sym typeface="Times New Roman"/>
              </a:rPr>
              <a:t>1</a:t>
            </a:r>
            <a:r>
              <a:rPr lang="en-US" sz="1800" b="0" i="0" u="none" strike="noStrike">
                <a:solidFill>
                  <a:srgbClr val="000000"/>
                </a:solidFill>
                <a:latin typeface="Times New Roman"/>
                <a:ea typeface="Times New Roman"/>
                <a:cs typeface="Times New Roman"/>
                <a:sym typeface="Times New Roman"/>
              </a:rPr>
              <a:t>, Md AL Emran</a:t>
            </a:r>
            <a:r>
              <a:rPr lang="en-US" sz="1800" b="0" i="0" u="none" strike="noStrike" baseline="30000">
                <a:solidFill>
                  <a:srgbClr val="000000"/>
                </a:solidFill>
                <a:latin typeface="Times New Roman"/>
                <a:ea typeface="Times New Roman"/>
                <a:cs typeface="Times New Roman"/>
                <a:sym typeface="Times New Roman"/>
              </a:rPr>
              <a:t>1</a:t>
            </a:r>
            <a:r>
              <a:rPr lang="en-US" sz="1800" b="0" i="0" u="none" strike="noStrike">
                <a:solidFill>
                  <a:srgbClr val="000000"/>
                </a:solidFill>
                <a:latin typeface="Times New Roman"/>
                <a:ea typeface="Times New Roman"/>
                <a:cs typeface="Times New Roman"/>
                <a:sym typeface="Times New Roman"/>
              </a:rPr>
              <a:t>, </a:t>
            </a:r>
            <a:r>
              <a:rPr lang="en-US" sz="1800" b="1" i="0" u="none" strike="noStrike">
                <a:solidFill>
                  <a:srgbClr val="000000"/>
                </a:solidFill>
                <a:latin typeface="Times New Roman"/>
                <a:ea typeface="Times New Roman"/>
                <a:cs typeface="Times New Roman"/>
                <a:sym typeface="Times New Roman"/>
              </a:rPr>
              <a:t>Md. Kornel Ahmed Rahul</a:t>
            </a:r>
            <a:r>
              <a:rPr lang="en-US" sz="1800" b="1" u="none" strike="noStrike" baseline="30000">
                <a:solidFill>
                  <a:srgbClr val="000000"/>
                </a:solidFill>
                <a:latin typeface="Times New Roman"/>
                <a:ea typeface="Times New Roman"/>
                <a:cs typeface="Times New Roman"/>
                <a:sym typeface="Times New Roman"/>
              </a:rPr>
              <a:t>1</a:t>
            </a:r>
            <a:r>
              <a:rPr lang="en-US" sz="1800" b="0" i="0" u="none" strike="noStrike">
                <a:solidFill>
                  <a:srgbClr val="000000"/>
                </a:solidFill>
                <a:latin typeface="Times New Roman"/>
                <a:ea typeface="Times New Roman"/>
                <a:cs typeface="Times New Roman"/>
                <a:sym typeface="Times New Roman"/>
              </a:rPr>
              <a:t>(Presenting), Shahriar Asif Ornab</a:t>
            </a:r>
            <a:r>
              <a:rPr lang="en-US" sz="1800" b="0" i="0" u="none" strike="noStrike" baseline="30000">
                <a:solidFill>
                  <a:srgbClr val="000000"/>
                </a:solidFill>
                <a:latin typeface="Times New Roman"/>
                <a:ea typeface="Times New Roman"/>
                <a:cs typeface="Times New Roman"/>
                <a:sym typeface="Times New Roman"/>
              </a:rPr>
              <a:t>2</a:t>
            </a:r>
            <a:r>
              <a:rPr lang="en-US" sz="1800" b="0" i="0" u="none" strike="noStrike">
                <a:solidFill>
                  <a:srgbClr val="000000"/>
                </a:solidFill>
                <a:latin typeface="Times New Roman"/>
                <a:ea typeface="Times New Roman"/>
                <a:cs typeface="Times New Roman"/>
                <a:sym typeface="Times New Roman"/>
              </a:rPr>
              <a:t>, Mijanur Rahman</a:t>
            </a:r>
            <a:r>
              <a:rPr lang="en-US" sz="1800" b="0" i="0" u="none" strike="noStrike" baseline="30000">
                <a:solidFill>
                  <a:srgbClr val="000000"/>
                </a:solidFill>
                <a:latin typeface="Times New Roman"/>
                <a:ea typeface="Times New Roman"/>
                <a:cs typeface="Times New Roman"/>
                <a:sym typeface="Times New Roman"/>
              </a:rPr>
              <a:t>1</a:t>
            </a:r>
            <a:r>
              <a:rPr lang="en-US" sz="1800" b="0" i="0" u="none" strike="noStrike">
                <a:solidFill>
                  <a:srgbClr val="000000"/>
                </a:solidFill>
                <a:latin typeface="Times New Roman"/>
                <a:ea typeface="Times New Roman"/>
                <a:cs typeface="Times New Roman"/>
                <a:sym typeface="Times New Roman"/>
              </a:rPr>
              <a:t>, Shamsul Abedin</a:t>
            </a:r>
            <a:r>
              <a:rPr lang="en-US" sz="1800" b="0" i="0" u="none" strike="noStrike" baseline="30000">
                <a:solidFill>
                  <a:srgbClr val="000000"/>
                </a:solidFill>
                <a:latin typeface="Times New Roman"/>
                <a:ea typeface="Times New Roman"/>
                <a:cs typeface="Times New Roman"/>
                <a:sym typeface="Times New Roman"/>
              </a:rPr>
              <a:t>3</a:t>
            </a:r>
            <a:r>
              <a:rPr lang="en-US" sz="1800" b="0" i="0" u="none" strike="noStrike">
                <a:solidFill>
                  <a:srgbClr val="000000"/>
                </a:solidFill>
                <a:latin typeface="Times New Roman"/>
                <a:ea typeface="Times New Roman"/>
                <a:cs typeface="Times New Roman"/>
                <a:sym typeface="Times New Roman"/>
              </a:rPr>
              <a:t> </a:t>
            </a:r>
            <a:endParaRPr/>
          </a:p>
          <a:p>
            <a:pPr marL="109728" marR="0" lvl="0" indent="0" algn="ctr" rtl="0">
              <a:spcBef>
                <a:spcPts val="300"/>
              </a:spcBef>
              <a:spcAft>
                <a:spcPts val="0"/>
              </a:spcAft>
              <a:buClr>
                <a:srgbClr val="297D53"/>
              </a:buClr>
              <a:buSzPts val="1600"/>
              <a:buFont typeface="Georgia"/>
              <a:buNone/>
            </a:pPr>
            <a:r>
              <a:rPr lang="en-US" sz="1600" b="0" i="0" u="none" strike="noStrike" baseline="30000">
                <a:solidFill>
                  <a:srgbClr val="000000"/>
                </a:solidFill>
                <a:latin typeface="Book Antiqua"/>
                <a:ea typeface="Book Antiqua"/>
                <a:cs typeface="Book Antiqua"/>
                <a:sym typeface="Book Antiqua"/>
              </a:rPr>
              <a:t>1</a:t>
            </a:r>
            <a:r>
              <a:rPr lang="en-US" sz="1600" b="0" i="1" u="none" strike="noStrike">
                <a:solidFill>
                  <a:srgbClr val="000000"/>
                </a:solidFill>
                <a:latin typeface="Times New Roman"/>
                <a:ea typeface="Times New Roman"/>
                <a:cs typeface="Times New Roman"/>
                <a:sym typeface="Times New Roman"/>
              </a:rPr>
              <a:t>Pabna University of Science and Technology, Pabna, Bangladesh </a:t>
            </a:r>
            <a:endParaRPr/>
          </a:p>
          <a:p>
            <a:pPr marL="109728" marR="0" lvl="0" indent="0" algn="ctr" rtl="0">
              <a:spcBef>
                <a:spcPts val="300"/>
              </a:spcBef>
              <a:spcAft>
                <a:spcPts val="0"/>
              </a:spcAft>
              <a:buClr>
                <a:srgbClr val="297D53"/>
              </a:buClr>
              <a:buSzPts val="1600"/>
              <a:buFont typeface="Georgia"/>
              <a:buNone/>
            </a:pPr>
            <a:r>
              <a:rPr lang="en-US" sz="1600" b="0" i="1" u="none" strike="noStrike" baseline="30000">
                <a:solidFill>
                  <a:srgbClr val="000000"/>
                </a:solidFill>
                <a:latin typeface="Times New Roman"/>
                <a:ea typeface="Times New Roman"/>
                <a:cs typeface="Times New Roman"/>
                <a:sym typeface="Times New Roman"/>
              </a:rPr>
              <a:t>2</a:t>
            </a:r>
            <a:r>
              <a:rPr lang="en-US" sz="1600" b="0" i="1" u="none" strike="noStrike">
                <a:solidFill>
                  <a:srgbClr val="000000"/>
                </a:solidFill>
                <a:latin typeface="Times New Roman"/>
                <a:ea typeface="Times New Roman"/>
                <a:cs typeface="Times New Roman"/>
                <a:sym typeface="Times New Roman"/>
              </a:rPr>
              <a:t>Ahsanullah University of Science and Technology, Dhaka, Bangladesh </a:t>
            </a:r>
            <a:endParaRPr/>
          </a:p>
          <a:p>
            <a:pPr marL="109728" marR="0" lvl="0" indent="0" algn="ctr" rtl="0">
              <a:spcBef>
                <a:spcPts val="300"/>
              </a:spcBef>
              <a:spcAft>
                <a:spcPts val="0"/>
              </a:spcAft>
              <a:buClr>
                <a:srgbClr val="297D53"/>
              </a:buClr>
              <a:buSzPts val="1600"/>
              <a:buFont typeface="Georgia"/>
              <a:buNone/>
            </a:pPr>
            <a:r>
              <a:rPr lang="en-US" sz="1600" b="0" i="1" u="none" strike="noStrike" baseline="30000">
                <a:solidFill>
                  <a:srgbClr val="000000"/>
                </a:solidFill>
                <a:latin typeface="Times New Roman"/>
                <a:ea typeface="Times New Roman"/>
                <a:cs typeface="Times New Roman"/>
                <a:sym typeface="Times New Roman"/>
              </a:rPr>
              <a:t>3</a:t>
            </a:r>
            <a:r>
              <a:rPr lang="en-US" sz="1600" b="0" i="1" u="none" strike="noStrike">
                <a:solidFill>
                  <a:srgbClr val="000000"/>
                </a:solidFill>
                <a:latin typeface="Times New Roman"/>
                <a:ea typeface="Times New Roman"/>
                <a:cs typeface="Times New Roman"/>
                <a:sym typeface="Times New Roman"/>
              </a:rPr>
              <a:t>Intel Corporation, California, USA </a:t>
            </a:r>
            <a:endParaRPr sz="1600" b="1" i="1" u="none">
              <a:solidFill>
                <a:srgbClr val="000000"/>
              </a:solidFill>
              <a:latin typeface="Times New Roman"/>
              <a:ea typeface="Times New Roman"/>
              <a:cs typeface="Times New Roman"/>
              <a:sym typeface="Times New Roman"/>
            </a:endParaRPr>
          </a:p>
        </p:txBody>
      </p:sp>
      <p:sp>
        <p:nvSpPr>
          <p:cNvPr id="121" name="Google Shape;121;p1"/>
          <p:cNvSpPr txBox="1"/>
          <p:nvPr/>
        </p:nvSpPr>
        <p:spPr>
          <a:xfrm>
            <a:off x="140567" y="3548290"/>
            <a:ext cx="1364384" cy="621320"/>
          </a:xfrm>
          <a:prstGeom prst="rect">
            <a:avLst/>
          </a:prstGeom>
          <a:noFill/>
          <a:ln>
            <a:noFill/>
          </a:ln>
        </p:spPr>
        <p:txBody>
          <a:bodyPr spcFirstLastPara="1" wrap="square" lIns="91425" tIns="45700" rIns="91425" bIns="45700" anchor="t" anchorCtr="0">
            <a:normAutofit fontScale="90000"/>
          </a:bodyPr>
          <a:lstStyle/>
          <a:p>
            <a:pPr marL="0" marR="0" lvl="0" indent="0" algn="l" rtl="0">
              <a:spcBef>
                <a:spcPts val="0"/>
              </a:spcBef>
              <a:spcAft>
                <a:spcPts val="0"/>
              </a:spcAft>
              <a:buClr>
                <a:srgbClr val="002060"/>
              </a:buClr>
              <a:buSzPct val="100000"/>
              <a:buFont typeface="Garamond"/>
              <a:buNone/>
            </a:pPr>
            <a:r>
              <a:rPr lang="en-US" sz="3600" b="1" u="none">
                <a:solidFill>
                  <a:srgbClr val="002060"/>
                </a:solidFill>
                <a:latin typeface="Garamond"/>
                <a:ea typeface="Garamond"/>
                <a:cs typeface="Garamond"/>
                <a:sym typeface="Garamond"/>
              </a:rPr>
              <a:t>Topic:</a:t>
            </a:r>
            <a:endParaRPr sz="4000" b="1" u="none">
              <a:solidFill>
                <a:srgbClr val="002060"/>
              </a:solidFill>
              <a:latin typeface="Libre Baskerville"/>
              <a:ea typeface="Libre Baskerville"/>
              <a:cs typeface="Libre Baskerville"/>
              <a:sym typeface="Libre Baskerville"/>
            </a:endParaRPr>
          </a:p>
        </p:txBody>
      </p:sp>
      <p:sp>
        <p:nvSpPr>
          <p:cNvPr id="122" name="Google Shape;122;p1"/>
          <p:cNvSpPr txBox="1"/>
          <p:nvPr/>
        </p:nvSpPr>
        <p:spPr>
          <a:xfrm>
            <a:off x="140566" y="3009534"/>
            <a:ext cx="2024136"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rgbClr val="002060"/>
                </a:solidFill>
                <a:latin typeface="Garamond"/>
                <a:ea typeface="Garamond"/>
                <a:cs typeface="Garamond"/>
                <a:sym typeface="Garamond"/>
              </a:rPr>
              <a:t>Paper ID:</a:t>
            </a:r>
            <a:endParaRPr sz="3200" dirty="0">
              <a:solidFill>
                <a:schemeClr val="dk1"/>
              </a:solidFill>
              <a:latin typeface="Calibri"/>
              <a:ea typeface="Calibri"/>
              <a:cs typeface="Calibri"/>
              <a:sym typeface="Calibri"/>
            </a:endParaRPr>
          </a:p>
        </p:txBody>
      </p:sp>
      <p:pic>
        <p:nvPicPr>
          <p:cNvPr id="123" name="Google Shape;123;p1"/>
          <p:cNvPicPr preferRelativeResize="0"/>
          <p:nvPr/>
        </p:nvPicPr>
        <p:blipFill rotWithShape="1">
          <a:blip r:embed="rId6">
            <a:alphaModFix/>
          </a:blip>
          <a:srcRect/>
          <a:stretch/>
        </p:blipFill>
        <p:spPr>
          <a:xfrm>
            <a:off x="202034" y="846746"/>
            <a:ext cx="1474366" cy="909894"/>
          </a:xfrm>
          <a:prstGeom prst="rect">
            <a:avLst/>
          </a:prstGeom>
          <a:noFill/>
          <a:ln>
            <a:noFill/>
          </a:ln>
        </p:spPr>
      </p:pic>
      <p:sp>
        <p:nvSpPr>
          <p:cNvPr id="124" name="Google Shape;124;p1"/>
          <p:cNvSpPr txBox="1"/>
          <p:nvPr/>
        </p:nvSpPr>
        <p:spPr>
          <a:xfrm>
            <a:off x="2297253" y="2100967"/>
            <a:ext cx="723900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CUET, Chattogram, Bangladesh</a:t>
            </a:r>
            <a:endParaRPr/>
          </a:p>
          <a:p>
            <a:pPr marL="0" marR="0" lvl="0" indent="0" algn="ctr" rtl="0">
              <a:spcBef>
                <a:spcPts val="0"/>
              </a:spcBef>
              <a:spcAft>
                <a:spcPts val="0"/>
              </a:spcAft>
              <a:buNone/>
            </a:pPr>
            <a:r>
              <a:rPr lang="en-US" sz="1800">
                <a:solidFill>
                  <a:schemeClr val="dk1"/>
                </a:solidFill>
                <a:latin typeface="Arial"/>
                <a:ea typeface="Arial"/>
                <a:cs typeface="Arial"/>
                <a:sym typeface="Arial"/>
              </a:rPr>
              <a:t>13</a:t>
            </a:r>
            <a:r>
              <a:rPr lang="en-US" sz="1800" baseline="30000">
                <a:solidFill>
                  <a:schemeClr val="dk1"/>
                </a:solidFill>
                <a:latin typeface="Arial"/>
                <a:ea typeface="Arial"/>
                <a:cs typeface="Arial"/>
                <a:sym typeface="Arial"/>
              </a:rPr>
              <a:t>th</a:t>
            </a:r>
            <a:r>
              <a:rPr lang="en-US" sz="1800">
                <a:solidFill>
                  <a:schemeClr val="dk1"/>
                </a:solidFill>
                <a:latin typeface="Arial"/>
                <a:ea typeface="Arial"/>
                <a:cs typeface="Arial"/>
                <a:sym typeface="Arial"/>
              </a:rPr>
              <a:t>-15</a:t>
            </a:r>
            <a:r>
              <a:rPr lang="en-US" sz="1800" baseline="30000">
                <a:solidFill>
                  <a:schemeClr val="dk1"/>
                </a:solidFill>
                <a:latin typeface="Arial"/>
                <a:ea typeface="Arial"/>
                <a:cs typeface="Arial"/>
                <a:sym typeface="Arial"/>
              </a:rPr>
              <a:t>th</a:t>
            </a:r>
            <a:r>
              <a:rPr lang="en-US" sz="1800">
                <a:solidFill>
                  <a:schemeClr val="dk1"/>
                </a:solidFill>
                <a:latin typeface="Arial"/>
                <a:ea typeface="Arial"/>
                <a:cs typeface="Arial"/>
                <a:sym typeface="Arial"/>
              </a:rPr>
              <a:t> February 2025</a:t>
            </a:r>
            <a:endParaRPr sz="1800">
              <a:solidFill>
                <a:schemeClr val="dk1"/>
              </a:solidFill>
              <a:latin typeface="Arial"/>
              <a:ea typeface="Arial"/>
              <a:cs typeface="Arial"/>
              <a:sym typeface="Arial"/>
            </a:endParaRPr>
          </a:p>
        </p:txBody>
      </p:sp>
      <p:sp>
        <p:nvSpPr>
          <p:cNvPr id="125" name="Google Shape;125;p1"/>
          <p:cNvSpPr txBox="1"/>
          <p:nvPr/>
        </p:nvSpPr>
        <p:spPr>
          <a:xfrm>
            <a:off x="2026516" y="3001615"/>
            <a:ext cx="2602634"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002060"/>
                </a:solidFill>
                <a:latin typeface="Garamond"/>
                <a:ea typeface="Garamond"/>
                <a:cs typeface="Garamond"/>
                <a:sym typeface="Garamond"/>
              </a:rPr>
              <a:t>477</a:t>
            </a:r>
            <a:endParaRPr sz="3200">
              <a:solidFill>
                <a:schemeClr val="dk1"/>
              </a:solidFill>
              <a:latin typeface="Calibri"/>
              <a:ea typeface="Calibri"/>
              <a:cs typeface="Calibri"/>
              <a:sym typeface="Calibri"/>
            </a:endParaRPr>
          </a:p>
        </p:txBody>
      </p:sp>
      <p:sp>
        <p:nvSpPr>
          <p:cNvPr id="126" name="Google Shape;126;p1"/>
          <p:cNvSpPr txBox="1"/>
          <p:nvPr/>
        </p:nvSpPr>
        <p:spPr>
          <a:xfrm>
            <a:off x="1466851" y="3676807"/>
            <a:ext cx="10420349" cy="62132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Clr>
                <a:srgbClr val="002060"/>
              </a:buClr>
              <a:buSzPts val="2400"/>
              <a:buFont typeface="Garamond"/>
              <a:buNone/>
            </a:pPr>
            <a:r>
              <a:rPr lang="en-US" sz="2400" b="1" u="none">
                <a:solidFill>
                  <a:srgbClr val="002060"/>
                </a:solidFill>
                <a:latin typeface="Garamond"/>
                <a:ea typeface="Garamond"/>
                <a:cs typeface="Garamond"/>
                <a:sym typeface="Garamond"/>
              </a:rPr>
              <a:t>Flood Area Detection and Segmentation Using Satellite Image in Bangladesh by U-Net: A Deep Learning Approach</a:t>
            </a:r>
            <a:endParaRPr sz="2400" b="1" u="none">
              <a:solidFill>
                <a:srgbClr val="002060"/>
              </a:solidFill>
              <a:latin typeface="Libre Baskerville"/>
              <a:ea typeface="Libre Baskerville"/>
              <a:cs typeface="Libre Baskerville"/>
              <a:sym typeface="Libre Baskerville"/>
            </a:endParaRPr>
          </a:p>
        </p:txBody>
      </p:sp>
      <p:sp>
        <p:nvSpPr>
          <p:cNvPr id="127" name="Google Shape;127;p1"/>
          <p:cNvSpPr/>
          <p:nvPr/>
        </p:nvSpPr>
        <p:spPr>
          <a:xfrm>
            <a:off x="1998627" y="833120"/>
            <a:ext cx="7836253" cy="1268733"/>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600" b="1">
                <a:solidFill>
                  <a:srgbClr val="002060"/>
                </a:solidFill>
                <a:latin typeface="Poppins"/>
                <a:ea typeface="Poppins"/>
                <a:cs typeface="Poppins"/>
                <a:sym typeface="Poppins"/>
              </a:rPr>
              <a:t>4</a:t>
            </a:r>
            <a:r>
              <a:rPr lang="en-US" sz="2600" b="1" baseline="30000">
                <a:solidFill>
                  <a:srgbClr val="002060"/>
                </a:solidFill>
                <a:latin typeface="Poppins"/>
                <a:ea typeface="Poppins"/>
                <a:cs typeface="Poppins"/>
                <a:sym typeface="Poppins"/>
              </a:rPr>
              <a:t>th</a:t>
            </a:r>
            <a:r>
              <a:rPr lang="en-US" sz="2600" b="1">
                <a:solidFill>
                  <a:srgbClr val="002060"/>
                </a:solidFill>
                <a:latin typeface="Poppins"/>
                <a:ea typeface="Poppins"/>
                <a:cs typeface="Poppins"/>
                <a:sym typeface="Poppins"/>
              </a:rPr>
              <a:t> International Conference on Electrical, Computer and Communication Engineering (ECCE 2025)</a:t>
            </a:r>
            <a:endParaRPr/>
          </a:p>
        </p:txBody>
      </p:sp>
      <p:sp>
        <p:nvSpPr>
          <p:cNvPr id="128" name="Google Shape;128;p1"/>
          <p:cNvSpPr/>
          <p:nvPr/>
        </p:nvSpPr>
        <p:spPr>
          <a:xfrm>
            <a:off x="10078720" y="806164"/>
            <a:ext cx="1722360" cy="805708"/>
          </a:xfrm>
          <a:prstGeom prst="rect">
            <a:avLst/>
          </a:prstGeom>
          <a:blipFill rotWithShape="1">
            <a:blip r:embed="rId7">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grpSp>
        <p:nvGrpSpPr>
          <p:cNvPr id="134" name="Google Shape;134;p2"/>
          <p:cNvGrpSpPr/>
          <p:nvPr/>
        </p:nvGrpSpPr>
        <p:grpSpPr>
          <a:xfrm>
            <a:off x="0" y="0"/>
            <a:ext cx="12192000" cy="625651"/>
            <a:chOff x="0" y="0"/>
            <a:chExt cx="12192000" cy="625651"/>
          </a:xfrm>
        </p:grpSpPr>
        <p:sp>
          <p:nvSpPr>
            <p:cNvPr id="135" name="Google Shape;135;p2"/>
            <p:cNvSpPr/>
            <p:nvPr/>
          </p:nvSpPr>
          <p:spPr>
            <a:xfrm>
              <a:off x="0" y="0"/>
              <a:ext cx="12192000" cy="441885"/>
            </a:xfrm>
            <a:prstGeom prst="flowChartProcess">
              <a:avLst/>
            </a:prstGeom>
            <a:solidFill>
              <a:srgbClr val="FAA41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6" name="Google Shape;136;p2"/>
            <p:cNvSpPr/>
            <p:nvPr/>
          </p:nvSpPr>
          <p:spPr>
            <a:xfrm>
              <a:off x="7199086" y="441885"/>
              <a:ext cx="4992913" cy="183766"/>
            </a:xfrm>
            <a:prstGeom prst="flowChartProcess">
              <a:avLst/>
            </a:prstGeom>
            <a:solidFill>
              <a:srgbClr val="45448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37" name="Google Shape;137;p2"/>
          <p:cNvSpPr txBox="1">
            <a:spLocks noGrp="1"/>
          </p:cNvSpPr>
          <p:nvPr>
            <p:ph type="title"/>
          </p:nvPr>
        </p:nvSpPr>
        <p:spPr>
          <a:xfrm>
            <a:off x="609600" y="1143000"/>
            <a:ext cx="10972800" cy="10668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002060"/>
              </a:buClr>
              <a:buSzPts val="4000"/>
              <a:buFont typeface="Calibri"/>
              <a:buNone/>
            </a:pPr>
            <a:r>
              <a:rPr lang="en-US" b="1">
                <a:solidFill>
                  <a:srgbClr val="002060"/>
                </a:solidFill>
              </a:rPr>
              <a:t>Introduction </a:t>
            </a:r>
            <a:endParaRPr b="1">
              <a:solidFill>
                <a:srgbClr val="002060"/>
              </a:solidFill>
            </a:endParaRPr>
          </a:p>
        </p:txBody>
      </p:sp>
      <p:pic>
        <p:nvPicPr>
          <p:cNvPr id="138" name="Google Shape;138;p2"/>
          <p:cNvPicPr preferRelativeResize="0"/>
          <p:nvPr/>
        </p:nvPicPr>
        <p:blipFill rotWithShape="1">
          <a:blip r:embed="rId3">
            <a:alphaModFix/>
          </a:blip>
          <a:srcRect/>
          <a:stretch/>
        </p:blipFill>
        <p:spPr>
          <a:xfrm>
            <a:off x="44604" y="6327933"/>
            <a:ext cx="12102790" cy="524107"/>
          </a:xfrm>
          <a:prstGeom prst="rect">
            <a:avLst/>
          </a:prstGeom>
          <a:noFill/>
          <a:ln>
            <a:noFill/>
          </a:ln>
        </p:spPr>
      </p:pic>
      <p:sp>
        <p:nvSpPr>
          <p:cNvPr id="139" name="Google Shape;139;p2"/>
          <p:cNvSpPr/>
          <p:nvPr/>
        </p:nvSpPr>
        <p:spPr>
          <a:xfrm>
            <a:off x="503253" y="2001982"/>
            <a:ext cx="11067364" cy="2118529"/>
          </a:xfrm>
          <a:prstGeom prst="rect">
            <a:avLst/>
          </a:prstGeom>
          <a:noFill/>
          <a:ln>
            <a:noFill/>
          </a:ln>
        </p:spPr>
        <p:txBody>
          <a:bodyPr spcFirstLastPara="1" wrap="square" lIns="91425" tIns="45700" rIns="91425" bIns="45700" anchor="ctr" anchorCtr="0">
            <a:spAutoFit/>
          </a:bodyPr>
          <a:lstStyle/>
          <a:p>
            <a:pPr marL="285750" marR="0" lvl="0" indent="-285750" algn="just" rtl="0">
              <a:lnSpc>
                <a:spcPct val="15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Flooding is a major natural disaster that causes significant financial losses worldwide.</a:t>
            </a:r>
            <a:endParaRPr/>
          </a:p>
          <a:p>
            <a:pPr marL="285750" marR="0" lvl="0" indent="-285750" algn="just" rtl="0">
              <a:lnSpc>
                <a:spcPct val="15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Traditional flood detection uses hydrological models and manual analysis, often lacking accuracy and efficiency.</a:t>
            </a:r>
            <a:endParaRPr/>
          </a:p>
          <a:p>
            <a:pPr marL="285750" marR="0" lvl="0" indent="-285750" algn="just" rtl="0">
              <a:lnSpc>
                <a:spcPct val="150000"/>
              </a:lnSpc>
              <a:spcBef>
                <a:spcPts val="0"/>
              </a:spcBef>
              <a:spcAft>
                <a:spcPts val="0"/>
              </a:spcAft>
              <a:buClr>
                <a:schemeClr val="dk1"/>
              </a:buClr>
              <a:buSzPts val="1800"/>
              <a:buFont typeface="Noto Sans Symbols"/>
              <a:buChar char="❑"/>
            </a:pPr>
            <a:r>
              <a:rPr lang="en-US" sz="1800" b="1">
                <a:solidFill>
                  <a:schemeClr val="dk1"/>
                </a:solidFill>
                <a:latin typeface="Arial"/>
                <a:ea typeface="Arial"/>
                <a:cs typeface="Arial"/>
                <a:sym typeface="Arial"/>
              </a:rPr>
              <a:t>This study proposes a U-Net-based approach for flood area detection and segmentation in Bangladesh’s Feni district, improving flood response and mitigation strategies.</a:t>
            </a:r>
            <a:endParaRPr/>
          </a:p>
        </p:txBody>
      </p:sp>
      <p:graphicFrame>
        <p:nvGraphicFramePr>
          <p:cNvPr id="140" name="Google Shape;140;p2"/>
          <p:cNvGraphicFramePr/>
          <p:nvPr/>
        </p:nvGraphicFramePr>
        <p:xfrm>
          <a:off x="44604" y="6330906"/>
          <a:ext cx="12102800" cy="579130"/>
        </p:xfrm>
        <a:graphic>
          <a:graphicData uri="http://schemas.openxmlformats.org/drawingml/2006/table">
            <a:tbl>
              <a:tblPr firstRow="1" bandRow="1">
                <a:noFill/>
                <a:tableStyleId>{30D69AD8-29A4-4AA7-B508-2EB6D6330799}</a:tableStyleId>
              </a:tblPr>
              <a:tblGrid>
                <a:gridCol w="12102800">
                  <a:extLst>
                    <a:ext uri="{9D8B030D-6E8A-4147-A177-3AD203B41FA5}">
                      <a16:colId xmlns:a16="http://schemas.microsoft.com/office/drawing/2014/main" val="20000"/>
                    </a:ext>
                  </a:extLst>
                </a:gridCol>
              </a:tblGrid>
              <a:tr h="524100">
                <a:tc>
                  <a:txBody>
                    <a:bodyPr/>
                    <a:lstStyle/>
                    <a:p>
                      <a:pPr marL="0" marR="0" lvl="0" indent="0" algn="ctr" rtl="0">
                        <a:spcBef>
                          <a:spcPts val="0"/>
                        </a:spcBef>
                        <a:spcAft>
                          <a:spcPts val="0"/>
                        </a:spcAft>
                        <a:buNone/>
                      </a:pPr>
                      <a:r>
                        <a:rPr lang="en-US" sz="1600" u="none" strike="noStrike" cap="none">
                          <a:solidFill>
                            <a:schemeClr val="lt1"/>
                          </a:solidFill>
                          <a:latin typeface="Helvetica Neue"/>
                          <a:ea typeface="Helvetica Neue"/>
                          <a:cs typeface="Helvetica Neue"/>
                          <a:sym typeface="Helvetica Neue"/>
                        </a:rPr>
                        <a:t>CUET IT Business Incubator, Chattogram, Bangladesh</a:t>
                      </a:r>
                      <a:endParaRPr/>
                    </a:p>
                    <a:p>
                      <a:pPr marL="0" marR="0" lvl="0" indent="0" algn="ctr" rtl="0">
                        <a:spcBef>
                          <a:spcPts val="0"/>
                        </a:spcBef>
                        <a:spcAft>
                          <a:spcPts val="0"/>
                        </a:spcAft>
                        <a:buNone/>
                      </a:pPr>
                      <a:r>
                        <a:rPr lang="en-US" sz="1600" u="none" strike="noStrike" cap="none">
                          <a:solidFill>
                            <a:schemeClr val="lt1"/>
                          </a:solidFill>
                          <a:latin typeface="Helvetica Neue"/>
                          <a:ea typeface="Helvetica Neue"/>
                          <a:cs typeface="Helvetica Neue"/>
                          <a:sym typeface="Helvetica Neue"/>
                        </a:rPr>
                        <a:t>25</a:t>
                      </a:r>
                      <a:r>
                        <a:rPr lang="en-US" sz="1600" u="none" strike="noStrike" cap="none" baseline="30000">
                          <a:solidFill>
                            <a:schemeClr val="lt1"/>
                          </a:solidFill>
                          <a:latin typeface="Helvetica Neue"/>
                          <a:ea typeface="Helvetica Neue"/>
                          <a:cs typeface="Helvetica Neue"/>
                          <a:sym typeface="Helvetica Neue"/>
                        </a:rPr>
                        <a:t>th</a:t>
                      </a:r>
                      <a:r>
                        <a:rPr lang="en-US" sz="1600" u="none" strike="noStrike" cap="none">
                          <a:solidFill>
                            <a:schemeClr val="lt1"/>
                          </a:solidFill>
                          <a:latin typeface="Helvetica Neue"/>
                          <a:ea typeface="Helvetica Neue"/>
                          <a:cs typeface="Helvetica Neue"/>
                          <a:sym typeface="Helvetica Neue"/>
                        </a:rPr>
                        <a:t> &amp; 26</a:t>
                      </a:r>
                      <a:r>
                        <a:rPr lang="en-US" sz="1600" u="none" strike="noStrike" cap="none" baseline="30000">
                          <a:solidFill>
                            <a:schemeClr val="lt1"/>
                          </a:solidFill>
                          <a:latin typeface="Helvetica Neue"/>
                          <a:ea typeface="Helvetica Neue"/>
                          <a:cs typeface="Helvetica Neue"/>
                          <a:sym typeface="Helvetica Neue"/>
                        </a:rPr>
                        <a:t>th</a:t>
                      </a:r>
                      <a:r>
                        <a:rPr lang="en-US" sz="1600" u="none" strike="noStrike" cap="none">
                          <a:solidFill>
                            <a:schemeClr val="lt1"/>
                          </a:solidFill>
                          <a:latin typeface="Helvetica Neue"/>
                          <a:ea typeface="Helvetica Neue"/>
                          <a:cs typeface="Helvetica Neue"/>
                          <a:sym typeface="Helvetica Neue"/>
                        </a:rPr>
                        <a:t> September 2024</a:t>
                      </a:r>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86AB3"/>
                    </a:solidFill>
                  </a:tcPr>
                </a:tc>
                <a:extLst>
                  <a:ext uri="{0D108BD9-81ED-4DB2-BD59-A6C34878D82A}">
                    <a16:rowId xmlns:a16="http://schemas.microsoft.com/office/drawing/2014/main" val="10000"/>
                  </a:ext>
                </a:extLst>
              </a:tr>
            </a:tbl>
          </a:graphicData>
        </a:graphic>
      </p:graphicFrame>
      <p:sp>
        <p:nvSpPr>
          <p:cNvPr id="141" name="Google Shape;141;p2"/>
          <p:cNvSpPr txBox="1">
            <a:spLocks noGrp="1"/>
          </p:cNvSpPr>
          <p:nvPr>
            <p:ph type="dt" idx="10"/>
          </p:nvPr>
        </p:nvSpPr>
        <p:spPr>
          <a:xfrm>
            <a:off x="44604" y="5915810"/>
            <a:ext cx="2876396" cy="412123"/>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sz="2000" b="1">
                <a:solidFill>
                  <a:srgbClr val="002060"/>
                </a:solidFill>
                <a:latin typeface="Times New Roman"/>
                <a:ea typeface="Times New Roman"/>
                <a:cs typeface="Times New Roman"/>
                <a:sym typeface="Times New Roman"/>
              </a:rPr>
              <a:t>13</a:t>
            </a:r>
            <a:r>
              <a:rPr lang="en-US" sz="2000" b="1" baseline="30000">
                <a:solidFill>
                  <a:srgbClr val="002060"/>
                </a:solidFill>
                <a:latin typeface="Times New Roman"/>
                <a:ea typeface="Times New Roman"/>
                <a:cs typeface="Times New Roman"/>
                <a:sym typeface="Times New Roman"/>
              </a:rPr>
              <a:t>th</a:t>
            </a:r>
            <a:r>
              <a:rPr lang="en-US" sz="2000" b="1">
                <a:solidFill>
                  <a:srgbClr val="002060"/>
                </a:solidFill>
                <a:latin typeface="Times New Roman"/>
                <a:ea typeface="Times New Roman"/>
                <a:cs typeface="Times New Roman"/>
                <a:sym typeface="Times New Roman"/>
              </a:rPr>
              <a:t> February 2025</a:t>
            </a:r>
            <a:endParaRPr/>
          </a:p>
        </p:txBody>
      </p:sp>
      <p:grpSp>
        <p:nvGrpSpPr>
          <p:cNvPr id="142" name="Google Shape;142;p2"/>
          <p:cNvGrpSpPr/>
          <p:nvPr/>
        </p:nvGrpSpPr>
        <p:grpSpPr>
          <a:xfrm>
            <a:off x="11538857" y="5828369"/>
            <a:ext cx="338772" cy="362537"/>
            <a:chOff x="0" y="0"/>
            <a:chExt cx="812800" cy="869819"/>
          </a:xfrm>
        </p:grpSpPr>
        <p:sp>
          <p:nvSpPr>
            <p:cNvPr id="143" name="Google Shape;143;p2"/>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44" name="Google Shape;144;p2"/>
            <p:cNvSpPr txBox="1"/>
            <p:nvPr/>
          </p:nvSpPr>
          <p:spPr>
            <a:xfrm>
              <a:off x="76200" y="52970"/>
              <a:ext cx="660400" cy="735303"/>
            </a:xfrm>
            <a:prstGeom prst="rect">
              <a:avLst/>
            </a:prstGeom>
            <a:noFill/>
            <a:ln>
              <a:noFill/>
            </a:ln>
          </p:spPr>
          <p:txBody>
            <a:bodyPr spcFirstLastPara="1" wrap="square" lIns="33850" tIns="33850" rIns="33850" bIns="33850" anchor="ctr" anchorCtr="0">
              <a:noAutofit/>
            </a:bodyPr>
            <a:lstStyle/>
            <a:p>
              <a:pPr marL="0" marR="0" lvl="0" indent="0" algn="ctr" rtl="0">
                <a:lnSpc>
                  <a:spcPct val="140070"/>
                </a:lnSpc>
                <a:spcBef>
                  <a:spcPts val="0"/>
                </a:spcBef>
                <a:spcAft>
                  <a:spcPts val="0"/>
                </a:spcAft>
                <a:buNone/>
              </a:pPr>
              <a:r>
                <a:rPr lang="en-US" sz="1133">
                  <a:solidFill>
                    <a:srgbClr val="191919"/>
                  </a:solidFill>
                  <a:latin typeface="Arial"/>
                  <a:ea typeface="Arial"/>
                  <a:cs typeface="Arial"/>
                  <a:sym typeface="Arial"/>
                </a:rPr>
                <a:t>1</a:t>
              </a:r>
              <a:endParaRPr/>
            </a:p>
          </p:txBody>
        </p:sp>
      </p:grpSp>
      <p:pic>
        <p:nvPicPr>
          <p:cNvPr id="145" name="Google Shape;145;p2"/>
          <p:cNvPicPr preferRelativeResize="0"/>
          <p:nvPr/>
        </p:nvPicPr>
        <p:blipFill rotWithShape="1">
          <a:blip r:embed="rId4">
            <a:alphaModFix/>
          </a:blip>
          <a:srcRect/>
          <a:stretch/>
        </p:blipFill>
        <p:spPr>
          <a:xfrm>
            <a:off x="132734" y="589296"/>
            <a:ext cx="946917" cy="584383"/>
          </a:xfrm>
          <a:prstGeom prst="rect">
            <a:avLst/>
          </a:prstGeom>
          <a:noFill/>
          <a:ln>
            <a:noFill/>
          </a:ln>
        </p:spPr>
      </p:pic>
      <p:sp>
        <p:nvSpPr>
          <p:cNvPr id="146" name="Google Shape;146;p2"/>
          <p:cNvSpPr/>
          <p:nvPr/>
        </p:nvSpPr>
        <p:spPr>
          <a:xfrm>
            <a:off x="44604" y="6317773"/>
            <a:ext cx="12102790" cy="579120"/>
          </a:xfrm>
          <a:prstGeom prst="rect">
            <a:avLst/>
          </a:prstGeom>
          <a:solidFill>
            <a:srgbClr val="286AB3"/>
          </a:solidFill>
          <a:ln w="12700" cap="flat" cmpd="sng">
            <a:solidFill>
              <a:srgbClr val="0070C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2000"/>
              <a:buFont typeface="Calibri"/>
              <a:buNone/>
            </a:pPr>
            <a:r>
              <a:rPr lang="en-US" sz="2000" b="1">
                <a:solidFill>
                  <a:schemeClr val="lt1"/>
                </a:solidFill>
                <a:latin typeface="Calibri"/>
                <a:ea typeface="Calibri"/>
                <a:cs typeface="Calibri"/>
                <a:sym typeface="Calibri"/>
              </a:rPr>
              <a:t>CUET, Chattogram, Bangladesh</a:t>
            </a:r>
            <a:endParaRPr/>
          </a:p>
          <a:p>
            <a:pPr marL="0" marR="0" lvl="0" indent="0" algn="ctr" rtl="0">
              <a:spcBef>
                <a:spcPts val="0"/>
              </a:spcBef>
              <a:spcAft>
                <a:spcPts val="0"/>
              </a:spcAft>
              <a:buClr>
                <a:schemeClr val="lt1"/>
              </a:buClr>
              <a:buSzPts val="1800"/>
              <a:buFont typeface="Calibri"/>
              <a:buNone/>
            </a:pPr>
            <a:r>
              <a:rPr lang="en-US" sz="1800" b="1">
                <a:solidFill>
                  <a:schemeClr val="lt1"/>
                </a:solidFill>
                <a:latin typeface="Calibri"/>
                <a:ea typeface="Calibri"/>
                <a:cs typeface="Calibri"/>
                <a:sym typeface="Calibri"/>
              </a:rPr>
              <a:t>13</a:t>
            </a:r>
            <a:r>
              <a:rPr lang="en-US" sz="1800" b="1" baseline="30000">
                <a:solidFill>
                  <a:schemeClr val="lt1"/>
                </a:solidFill>
                <a:latin typeface="Calibri"/>
                <a:ea typeface="Calibri"/>
                <a:cs typeface="Calibri"/>
                <a:sym typeface="Calibri"/>
              </a:rPr>
              <a:t>th</a:t>
            </a:r>
            <a:r>
              <a:rPr lang="en-US" sz="1800" b="1">
                <a:solidFill>
                  <a:schemeClr val="lt1"/>
                </a:solidFill>
                <a:latin typeface="Calibri"/>
                <a:ea typeface="Calibri"/>
                <a:cs typeface="Calibri"/>
                <a:sym typeface="Calibri"/>
              </a:rPr>
              <a:t> – 15</a:t>
            </a:r>
            <a:r>
              <a:rPr lang="en-US" sz="1800" b="1" baseline="30000">
                <a:solidFill>
                  <a:schemeClr val="lt1"/>
                </a:solidFill>
                <a:latin typeface="Calibri"/>
                <a:ea typeface="Calibri"/>
                <a:cs typeface="Calibri"/>
                <a:sym typeface="Calibri"/>
              </a:rPr>
              <a:t>th</a:t>
            </a:r>
            <a:r>
              <a:rPr lang="en-US" sz="1800" b="1">
                <a:solidFill>
                  <a:schemeClr val="lt1"/>
                </a:solidFill>
                <a:latin typeface="Calibri"/>
                <a:ea typeface="Calibri"/>
                <a:cs typeface="Calibri"/>
                <a:sym typeface="Calibri"/>
              </a:rPr>
              <a:t> February 2025</a:t>
            </a:r>
            <a:endParaRPr sz="1800">
              <a:solidFill>
                <a:schemeClr val="dk1"/>
              </a:solidFill>
              <a:latin typeface="Calibri"/>
              <a:ea typeface="Calibri"/>
              <a:cs typeface="Calibri"/>
              <a:sym typeface="Calibri"/>
            </a:endParaRPr>
          </a:p>
        </p:txBody>
      </p:sp>
      <p:sp>
        <p:nvSpPr>
          <p:cNvPr id="147" name="Google Shape;147;p2"/>
          <p:cNvSpPr/>
          <p:nvPr/>
        </p:nvSpPr>
        <p:spPr>
          <a:xfrm>
            <a:off x="10607040" y="671238"/>
            <a:ext cx="1231221" cy="514423"/>
          </a:xfrm>
          <a:prstGeom prst="rect">
            <a:avLst/>
          </a:prstGeom>
          <a:blipFill rotWithShape="1">
            <a:blip r:embed="rId5">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grpSp>
        <p:nvGrpSpPr>
          <p:cNvPr id="153" name="Google Shape;153;p3"/>
          <p:cNvGrpSpPr/>
          <p:nvPr/>
        </p:nvGrpSpPr>
        <p:grpSpPr>
          <a:xfrm>
            <a:off x="0" y="0"/>
            <a:ext cx="12192000" cy="625651"/>
            <a:chOff x="0" y="0"/>
            <a:chExt cx="12192000" cy="625651"/>
          </a:xfrm>
        </p:grpSpPr>
        <p:sp>
          <p:nvSpPr>
            <p:cNvPr id="154" name="Google Shape;154;p3"/>
            <p:cNvSpPr/>
            <p:nvPr/>
          </p:nvSpPr>
          <p:spPr>
            <a:xfrm>
              <a:off x="0" y="0"/>
              <a:ext cx="12192000" cy="441885"/>
            </a:xfrm>
            <a:prstGeom prst="flowChartProcess">
              <a:avLst/>
            </a:prstGeom>
            <a:solidFill>
              <a:srgbClr val="FAA41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5" name="Google Shape;155;p3"/>
            <p:cNvSpPr/>
            <p:nvPr/>
          </p:nvSpPr>
          <p:spPr>
            <a:xfrm>
              <a:off x="7199086" y="441885"/>
              <a:ext cx="4992913" cy="183766"/>
            </a:xfrm>
            <a:prstGeom prst="flowChartProcess">
              <a:avLst/>
            </a:prstGeom>
            <a:solidFill>
              <a:srgbClr val="45448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56" name="Google Shape;156;p3"/>
          <p:cNvSpPr txBox="1">
            <a:spLocks noGrp="1"/>
          </p:cNvSpPr>
          <p:nvPr>
            <p:ph type="title"/>
          </p:nvPr>
        </p:nvSpPr>
        <p:spPr>
          <a:xfrm>
            <a:off x="609600" y="1143000"/>
            <a:ext cx="10972800" cy="10668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002060"/>
              </a:buClr>
              <a:buSzPts val="4000"/>
              <a:buFont typeface="Calibri"/>
              <a:buNone/>
            </a:pPr>
            <a:r>
              <a:rPr lang="en-US" b="1">
                <a:solidFill>
                  <a:srgbClr val="002060"/>
                </a:solidFill>
              </a:rPr>
              <a:t>Problem Statement</a:t>
            </a:r>
            <a:endParaRPr b="1">
              <a:solidFill>
                <a:srgbClr val="002060"/>
              </a:solidFill>
            </a:endParaRPr>
          </a:p>
        </p:txBody>
      </p:sp>
      <p:pic>
        <p:nvPicPr>
          <p:cNvPr id="157" name="Google Shape;157;p3"/>
          <p:cNvPicPr preferRelativeResize="0"/>
          <p:nvPr/>
        </p:nvPicPr>
        <p:blipFill rotWithShape="1">
          <a:blip r:embed="rId3">
            <a:alphaModFix/>
          </a:blip>
          <a:srcRect/>
          <a:stretch/>
        </p:blipFill>
        <p:spPr>
          <a:xfrm>
            <a:off x="44604" y="6327933"/>
            <a:ext cx="12102790" cy="524107"/>
          </a:xfrm>
          <a:prstGeom prst="rect">
            <a:avLst/>
          </a:prstGeom>
          <a:noFill/>
          <a:ln>
            <a:noFill/>
          </a:ln>
        </p:spPr>
      </p:pic>
      <p:sp>
        <p:nvSpPr>
          <p:cNvPr id="158" name="Google Shape;158;p3"/>
          <p:cNvSpPr/>
          <p:nvPr/>
        </p:nvSpPr>
        <p:spPr>
          <a:xfrm>
            <a:off x="807266" y="2086954"/>
            <a:ext cx="10775134" cy="1287532"/>
          </a:xfrm>
          <a:prstGeom prst="rect">
            <a:avLst/>
          </a:prstGeom>
          <a:noFill/>
          <a:ln>
            <a:noFill/>
          </a:ln>
        </p:spPr>
        <p:txBody>
          <a:bodyPr spcFirstLastPara="1" wrap="square" lIns="91425" tIns="45700" rIns="91425" bIns="45700" anchor="ctr" anchorCtr="0">
            <a:spAutoFit/>
          </a:bodyPr>
          <a:lstStyle/>
          <a:p>
            <a:pPr marL="285750" marR="0" lvl="0" indent="-285750" algn="just" rtl="0">
              <a:lnSpc>
                <a:spcPct val="15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Flooding causes severe crises, while existing detection methods struggle with data inconsistencies, accessibility, and accuracy.</a:t>
            </a:r>
            <a:endParaRPr/>
          </a:p>
          <a:p>
            <a:pPr marL="285750" marR="0" lvl="0" indent="-285750" algn="just" rtl="0">
              <a:lnSpc>
                <a:spcPct val="150000"/>
              </a:lnSpc>
              <a:spcBef>
                <a:spcPts val="0"/>
              </a:spcBef>
              <a:spcAft>
                <a:spcPts val="0"/>
              </a:spcAft>
              <a:buClr>
                <a:schemeClr val="dk1"/>
              </a:buClr>
              <a:buSzPts val="1800"/>
              <a:buFont typeface="Noto Sans Symbols"/>
              <a:buChar char="⮚"/>
            </a:pPr>
            <a:r>
              <a:rPr lang="en-US" sz="1800" b="1">
                <a:solidFill>
                  <a:schemeClr val="dk1"/>
                </a:solidFill>
                <a:latin typeface="Arial"/>
                <a:ea typeface="Arial"/>
                <a:cs typeface="Arial"/>
                <a:sym typeface="Arial"/>
              </a:rPr>
              <a:t>An a</a:t>
            </a:r>
            <a:r>
              <a:rPr lang="en-US" sz="1800" b="1" i="0" u="none" strike="noStrike" cap="none">
                <a:solidFill>
                  <a:schemeClr val="dk1"/>
                </a:solidFill>
                <a:latin typeface="Arial"/>
                <a:ea typeface="Arial"/>
                <a:cs typeface="Arial"/>
                <a:sym typeface="Arial"/>
              </a:rPr>
              <a:t>utomated system is needed for real-time monitoring and improved disaster response.</a:t>
            </a:r>
            <a:endParaRPr sz="1800" b="1" i="0" u="none" strike="noStrike" cap="none">
              <a:solidFill>
                <a:schemeClr val="dk1"/>
              </a:solidFill>
              <a:latin typeface="Arial"/>
              <a:ea typeface="Arial"/>
              <a:cs typeface="Arial"/>
              <a:sym typeface="Arial"/>
            </a:endParaRPr>
          </a:p>
        </p:txBody>
      </p:sp>
      <p:graphicFrame>
        <p:nvGraphicFramePr>
          <p:cNvPr id="159" name="Google Shape;159;p3"/>
          <p:cNvGraphicFramePr/>
          <p:nvPr/>
        </p:nvGraphicFramePr>
        <p:xfrm>
          <a:off x="44604" y="6330906"/>
          <a:ext cx="12102800" cy="579130"/>
        </p:xfrm>
        <a:graphic>
          <a:graphicData uri="http://schemas.openxmlformats.org/drawingml/2006/table">
            <a:tbl>
              <a:tblPr firstRow="1" bandRow="1">
                <a:noFill/>
                <a:tableStyleId>{30D69AD8-29A4-4AA7-B508-2EB6D6330799}</a:tableStyleId>
              </a:tblPr>
              <a:tblGrid>
                <a:gridCol w="12102800">
                  <a:extLst>
                    <a:ext uri="{9D8B030D-6E8A-4147-A177-3AD203B41FA5}">
                      <a16:colId xmlns:a16="http://schemas.microsoft.com/office/drawing/2014/main" val="20000"/>
                    </a:ext>
                  </a:extLst>
                </a:gridCol>
              </a:tblGrid>
              <a:tr h="524100">
                <a:tc>
                  <a:txBody>
                    <a:bodyPr/>
                    <a:lstStyle/>
                    <a:p>
                      <a:pPr marL="0" marR="0" lvl="0" indent="0" algn="ctr" rtl="0">
                        <a:spcBef>
                          <a:spcPts val="0"/>
                        </a:spcBef>
                        <a:spcAft>
                          <a:spcPts val="0"/>
                        </a:spcAft>
                        <a:buNone/>
                      </a:pPr>
                      <a:r>
                        <a:rPr lang="en-US" sz="1600" u="none" strike="noStrike" cap="none">
                          <a:solidFill>
                            <a:schemeClr val="lt1"/>
                          </a:solidFill>
                          <a:latin typeface="Helvetica Neue"/>
                          <a:ea typeface="Helvetica Neue"/>
                          <a:cs typeface="Helvetica Neue"/>
                          <a:sym typeface="Helvetica Neue"/>
                        </a:rPr>
                        <a:t>CUET IT Business Incubator, Chattogram, Bangladesh</a:t>
                      </a:r>
                      <a:endParaRPr/>
                    </a:p>
                    <a:p>
                      <a:pPr marL="0" marR="0" lvl="0" indent="0" algn="ctr" rtl="0">
                        <a:spcBef>
                          <a:spcPts val="0"/>
                        </a:spcBef>
                        <a:spcAft>
                          <a:spcPts val="0"/>
                        </a:spcAft>
                        <a:buNone/>
                      </a:pPr>
                      <a:r>
                        <a:rPr lang="en-US" sz="1600" u="none" strike="noStrike" cap="none">
                          <a:solidFill>
                            <a:schemeClr val="lt1"/>
                          </a:solidFill>
                          <a:latin typeface="Helvetica Neue"/>
                          <a:ea typeface="Helvetica Neue"/>
                          <a:cs typeface="Helvetica Neue"/>
                          <a:sym typeface="Helvetica Neue"/>
                        </a:rPr>
                        <a:t>25</a:t>
                      </a:r>
                      <a:r>
                        <a:rPr lang="en-US" sz="1600" u="none" strike="noStrike" cap="none" baseline="30000">
                          <a:solidFill>
                            <a:schemeClr val="lt1"/>
                          </a:solidFill>
                          <a:latin typeface="Helvetica Neue"/>
                          <a:ea typeface="Helvetica Neue"/>
                          <a:cs typeface="Helvetica Neue"/>
                          <a:sym typeface="Helvetica Neue"/>
                        </a:rPr>
                        <a:t>th</a:t>
                      </a:r>
                      <a:r>
                        <a:rPr lang="en-US" sz="1600" u="none" strike="noStrike" cap="none">
                          <a:solidFill>
                            <a:schemeClr val="lt1"/>
                          </a:solidFill>
                          <a:latin typeface="Helvetica Neue"/>
                          <a:ea typeface="Helvetica Neue"/>
                          <a:cs typeface="Helvetica Neue"/>
                          <a:sym typeface="Helvetica Neue"/>
                        </a:rPr>
                        <a:t> &amp; 26</a:t>
                      </a:r>
                      <a:r>
                        <a:rPr lang="en-US" sz="1600" u="none" strike="noStrike" cap="none" baseline="30000">
                          <a:solidFill>
                            <a:schemeClr val="lt1"/>
                          </a:solidFill>
                          <a:latin typeface="Helvetica Neue"/>
                          <a:ea typeface="Helvetica Neue"/>
                          <a:cs typeface="Helvetica Neue"/>
                          <a:sym typeface="Helvetica Neue"/>
                        </a:rPr>
                        <a:t>th</a:t>
                      </a:r>
                      <a:r>
                        <a:rPr lang="en-US" sz="1600" u="none" strike="noStrike" cap="none">
                          <a:solidFill>
                            <a:schemeClr val="lt1"/>
                          </a:solidFill>
                          <a:latin typeface="Helvetica Neue"/>
                          <a:ea typeface="Helvetica Neue"/>
                          <a:cs typeface="Helvetica Neue"/>
                          <a:sym typeface="Helvetica Neue"/>
                        </a:rPr>
                        <a:t> September 2024</a:t>
                      </a:r>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86AB3"/>
                    </a:solidFill>
                  </a:tcPr>
                </a:tc>
                <a:extLst>
                  <a:ext uri="{0D108BD9-81ED-4DB2-BD59-A6C34878D82A}">
                    <a16:rowId xmlns:a16="http://schemas.microsoft.com/office/drawing/2014/main" val="10000"/>
                  </a:ext>
                </a:extLst>
              </a:tr>
            </a:tbl>
          </a:graphicData>
        </a:graphic>
      </p:graphicFrame>
      <p:grpSp>
        <p:nvGrpSpPr>
          <p:cNvPr id="160" name="Google Shape;160;p3"/>
          <p:cNvGrpSpPr/>
          <p:nvPr/>
        </p:nvGrpSpPr>
        <p:grpSpPr>
          <a:xfrm>
            <a:off x="11538857" y="5828369"/>
            <a:ext cx="338772" cy="362537"/>
            <a:chOff x="0" y="0"/>
            <a:chExt cx="812800" cy="869819"/>
          </a:xfrm>
        </p:grpSpPr>
        <p:sp>
          <p:nvSpPr>
            <p:cNvPr id="161" name="Google Shape;161;p3"/>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62" name="Google Shape;162;p3"/>
            <p:cNvSpPr txBox="1"/>
            <p:nvPr/>
          </p:nvSpPr>
          <p:spPr>
            <a:xfrm>
              <a:off x="76200" y="52970"/>
              <a:ext cx="660400" cy="735303"/>
            </a:xfrm>
            <a:prstGeom prst="rect">
              <a:avLst/>
            </a:prstGeom>
            <a:noFill/>
            <a:ln>
              <a:noFill/>
            </a:ln>
          </p:spPr>
          <p:txBody>
            <a:bodyPr spcFirstLastPara="1" wrap="square" lIns="33850" tIns="33850" rIns="33850" bIns="33850" anchor="ctr" anchorCtr="0">
              <a:noAutofit/>
            </a:bodyPr>
            <a:lstStyle/>
            <a:p>
              <a:pPr marL="0" marR="0" lvl="0" indent="0" algn="ctr" rtl="0">
                <a:lnSpc>
                  <a:spcPct val="140070"/>
                </a:lnSpc>
                <a:spcBef>
                  <a:spcPts val="0"/>
                </a:spcBef>
                <a:spcAft>
                  <a:spcPts val="0"/>
                </a:spcAft>
                <a:buNone/>
              </a:pPr>
              <a:r>
                <a:rPr lang="en-US" sz="1133">
                  <a:solidFill>
                    <a:srgbClr val="191919"/>
                  </a:solidFill>
                  <a:latin typeface="Arial"/>
                  <a:ea typeface="Arial"/>
                  <a:cs typeface="Arial"/>
                  <a:sym typeface="Arial"/>
                </a:rPr>
                <a:t>2</a:t>
              </a:r>
              <a:endParaRPr/>
            </a:p>
          </p:txBody>
        </p:sp>
      </p:grpSp>
      <p:pic>
        <p:nvPicPr>
          <p:cNvPr id="163" name="Google Shape;163;p3"/>
          <p:cNvPicPr preferRelativeResize="0"/>
          <p:nvPr/>
        </p:nvPicPr>
        <p:blipFill rotWithShape="1">
          <a:blip r:embed="rId4">
            <a:alphaModFix/>
          </a:blip>
          <a:srcRect/>
          <a:stretch/>
        </p:blipFill>
        <p:spPr>
          <a:xfrm>
            <a:off x="132734" y="589296"/>
            <a:ext cx="946917" cy="584383"/>
          </a:xfrm>
          <a:prstGeom prst="rect">
            <a:avLst/>
          </a:prstGeom>
          <a:noFill/>
          <a:ln>
            <a:noFill/>
          </a:ln>
        </p:spPr>
      </p:pic>
      <p:sp>
        <p:nvSpPr>
          <p:cNvPr id="164" name="Google Shape;164;p3"/>
          <p:cNvSpPr/>
          <p:nvPr/>
        </p:nvSpPr>
        <p:spPr>
          <a:xfrm>
            <a:off x="44604" y="6317773"/>
            <a:ext cx="12102790" cy="579120"/>
          </a:xfrm>
          <a:prstGeom prst="rect">
            <a:avLst/>
          </a:prstGeom>
          <a:solidFill>
            <a:srgbClr val="286AB3"/>
          </a:solidFill>
          <a:ln w="12700" cap="flat" cmpd="sng">
            <a:solidFill>
              <a:srgbClr val="0070C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2000"/>
              <a:buFont typeface="Calibri"/>
              <a:buNone/>
            </a:pPr>
            <a:r>
              <a:rPr lang="en-US" sz="2000" b="1">
                <a:solidFill>
                  <a:schemeClr val="lt1"/>
                </a:solidFill>
                <a:latin typeface="Calibri"/>
                <a:ea typeface="Calibri"/>
                <a:cs typeface="Calibri"/>
                <a:sym typeface="Calibri"/>
              </a:rPr>
              <a:t>CUET, Chattogram, Bangladesh</a:t>
            </a:r>
            <a:endParaRPr/>
          </a:p>
          <a:p>
            <a:pPr marL="0" marR="0" lvl="0" indent="0" algn="ctr" rtl="0">
              <a:spcBef>
                <a:spcPts val="0"/>
              </a:spcBef>
              <a:spcAft>
                <a:spcPts val="0"/>
              </a:spcAft>
              <a:buClr>
                <a:schemeClr val="lt1"/>
              </a:buClr>
              <a:buSzPts val="1800"/>
              <a:buFont typeface="Calibri"/>
              <a:buNone/>
            </a:pPr>
            <a:r>
              <a:rPr lang="en-US" sz="1800" b="1">
                <a:solidFill>
                  <a:schemeClr val="lt1"/>
                </a:solidFill>
                <a:latin typeface="Calibri"/>
                <a:ea typeface="Calibri"/>
                <a:cs typeface="Calibri"/>
                <a:sym typeface="Calibri"/>
              </a:rPr>
              <a:t>13</a:t>
            </a:r>
            <a:r>
              <a:rPr lang="en-US" sz="1800" b="1" baseline="30000">
                <a:solidFill>
                  <a:schemeClr val="lt1"/>
                </a:solidFill>
                <a:latin typeface="Calibri"/>
                <a:ea typeface="Calibri"/>
                <a:cs typeface="Calibri"/>
                <a:sym typeface="Calibri"/>
              </a:rPr>
              <a:t>th</a:t>
            </a:r>
            <a:r>
              <a:rPr lang="en-US" sz="1800" b="1">
                <a:solidFill>
                  <a:schemeClr val="lt1"/>
                </a:solidFill>
                <a:latin typeface="Calibri"/>
                <a:ea typeface="Calibri"/>
                <a:cs typeface="Calibri"/>
                <a:sym typeface="Calibri"/>
              </a:rPr>
              <a:t> – 15</a:t>
            </a:r>
            <a:r>
              <a:rPr lang="en-US" sz="1800" b="1" baseline="30000">
                <a:solidFill>
                  <a:schemeClr val="lt1"/>
                </a:solidFill>
                <a:latin typeface="Calibri"/>
                <a:ea typeface="Calibri"/>
                <a:cs typeface="Calibri"/>
                <a:sym typeface="Calibri"/>
              </a:rPr>
              <a:t>th</a:t>
            </a:r>
            <a:r>
              <a:rPr lang="en-US" sz="1800" b="1">
                <a:solidFill>
                  <a:schemeClr val="lt1"/>
                </a:solidFill>
                <a:latin typeface="Calibri"/>
                <a:ea typeface="Calibri"/>
                <a:cs typeface="Calibri"/>
                <a:sym typeface="Calibri"/>
              </a:rPr>
              <a:t> February 2025</a:t>
            </a:r>
            <a:endParaRPr sz="1800">
              <a:solidFill>
                <a:schemeClr val="dk1"/>
              </a:solidFill>
              <a:latin typeface="Calibri"/>
              <a:ea typeface="Calibri"/>
              <a:cs typeface="Calibri"/>
              <a:sym typeface="Calibri"/>
            </a:endParaRPr>
          </a:p>
        </p:txBody>
      </p:sp>
      <p:sp>
        <p:nvSpPr>
          <p:cNvPr id="165" name="Google Shape;165;p3"/>
          <p:cNvSpPr txBox="1">
            <a:spLocks noGrp="1"/>
          </p:cNvSpPr>
          <p:nvPr>
            <p:ph type="dt" idx="10"/>
          </p:nvPr>
        </p:nvSpPr>
        <p:spPr>
          <a:xfrm>
            <a:off x="44604" y="5915810"/>
            <a:ext cx="2876396" cy="412123"/>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sz="2000" b="1">
                <a:solidFill>
                  <a:srgbClr val="002060"/>
                </a:solidFill>
                <a:latin typeface="Times New Roman"/>
                <a:ea typeface="Times New Roman"/>
                <a:cs typeface="Times New Roman"/>
                <a:sym typeface="Times New Roman"/>
              </a:rPr>
              <a:t>13</a:t>
            </a:r>
            <a:r>
              <a:rPr lang="en-US" sz="2000" b="1" baseline="30000">
                <a:solidFill>
                  <a:srgbClr val="002060"/>
                </a:solidFill>
                <a:latin typeface="Times New Roman"/>
                <a:ea typeface="Times New Roman"/>
                <a:cs typeface="Times New Roman"/>
                <a:sym typeface="Times New Roman"/>
              </a:rPr>
              <a:t>th</a:t>
            </a:r>
            <a:r>
              <a:rPr lang="en-US" sz="2000" b="1">
                <a:solidFill>
                  <a:srgbClr val="002060"/>
                </a:solidFill>
                <a:latin typeface="Times New Roman"/>
                <a:ea typeface="Times New Roman"/>
                <a:cs typeface="Times New Roman"/>
                <a:sym typeface="Times New Roman"/>
              </a:rPr>
              <a:t> February 2025</a:t>
            </a:r>
            <a:endParaRPr/>
          </a:p>
        </p:txBody>
      </p:sp>
      <p:sp>
        <p:nvSpPr>
          <p:cNvPr id="166" name="Google Shape;166;p3"/>
          <p:cNvSpPr/>
          <p:nvPr/>
        </p:nvSpPr>
        <p:spPr>
          <a:xfrm>
            <a:off x="10607040" y="671238"/>
            <a:ext cx="1231221" cy="514423"/>
          </a:xfrm>
          <a:prstGeom prst="rect">
            <a:avLst/>
          </a:prstGeom>
          <a:blipFill rotWithShape="1">
            <a:blip r:embed="rId5">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grpSp>
        <p:nvGrpSpPr>
          <p:cNvPr id="172" name="Google Shape;172;p4"/>
          <p:cNvGrpSpPr/>
          <p:nvPr/>
        </p:nvGrpSpPr>
        <p:grpSpPr>
          <a:xfrm>
            <a:off x="0" y="0"/>
            <a:ext cx="12192000" cy="625651"/>
            <a:chOff x="0" y="0"/>
            <a:chExt cx="12192000" cy="625651"/>
          </a:xfrm>
        </p:grpSpPr>
        <p:sp>
          <p:nvSpPr>
            <p:cNvPr id="173" name="Google Shape;173;p4"/>
            <p:cNvSpPr/>
            <p:nvPr/>
          </p:nvSpPr>
          <p:spPr>
            <a:xfrm>
              <a:off x="0" y="0"/>
              <a:ext cx="12192000" cy="441885"/>
            </a:xfrm>
            <a:prstGeom prst="flowChartProcess">
              <a:avLst/>
            </a:prstGeom>
            <a:solidFill>
              <a:srgbClr val="FAA41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4" name="Google Shape;174;p4"/>
            <p:cNvSpPr/>
            <p:nvPr/>
          </p:nvSpPr>
          <p:spPr>
            <a:xfrm>
              <a:off x="7199086" y="441885"/>
              <a:ext cx="4992913" cy="183766"/>
            </a:xfrm>
            <a:prstGeom prst="flowChartProcess">
              <a:avLst/>
            </a:prstGeom>
            <a:solidFill>
              <a:srgbClr val="45448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75" name="Google Shape;175;p4"/>
          <p:cNvSpPr txBox="1">
            <a:spLocks noGrp="1"/>
          </p:cNvSpPr>
          <p:nvPr>
            <p:ph type="title"/>
          </p:nvPr>
        </p:nvSpPr>
        <p:spPr>
          <a:xfrm>
            <a:off x="609600" y="1143000"/>
            <a:ext cx="10972800" cy="10668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002060"/>
              </a:buClr>
              <a:buSzPts val="4000"/>
              <a:buFont typeface="Calibri"/>
              <a:buNone/>
            </a:pPr>
            <a:r>
              <a:rPr lang="en-US" b="1">
                <a:solidFill>
                  <a:srgbClr val="002060"/>
                </a:solidFill>
              </a:rPr>
              <a:t>Related work</a:t>
            </a:r>
            <a:endParaRPr b="1">
              <a:solidFill>
                <a:srgbClr val="002060"/>
              </a:solidFill>
            </a:endParaRPr>
          </a:p>
        </p:txBody>
      </p:sp>
      <p:pic>
        <p:nvPicPr>
          <p:cNvPr id="176" name="Google Shape;176;p4"/>
          <p:cNvPicPr preferRelativeResize="0"/>
          <p:nvPr/>
        </p:nvPicPr>
        <p:blipFill rotWithShape="1">
          <a:blip r:embed="rId3">
            <a:alphaModFix/>
          </a:blip>
          <a:srcRect/>
          <a:stretch/>
        </p:blipFill>
        <p:spPr>
          <a:xfrm>
            <a:off x="44604" y="6327933"/>
            <a:ext cx="12102790" cy="524107"/>
          </a:xfrm>
          <a:prstGeom prst="rect">
            <a:avLst/>
          </a:prstGeom>
          <a:noFill/>
          <a:ln>
            <a:noFill/>
          </a:ln>
        </p:spPr>
      </p:pic>
      <p:graphicFrame>
        <p:nvGraphicFramePr>
          <p:cNvPr id="177" name="Google Shape;177;p4"/>
          <p:cNvGraphicFramePr/>
          <p:nvPr/>
        </p:nvGraphicFramePr>
        <p:xfrm>
          <a:off x="44604" y="6330906"/>
          <a:ext cx="12102800" cy="579130"/>
        </p:xfrm>
        <a:graphic>
          <a:graphicData uri="http://schemas.openxmlformats.org/drawingml/2006/table">
            <a:tbl>
              <a:tblPr firstRow="1" bandRow="1">
                <a:noFill/>
                <a:tableStyleId>{30D69AD8-29A4-4AA7-B508-2EB6D6330799}</a:tableStyleId>
              </a:tblPr>
              <a:tblGrid>
                <a:gridCol w="12102800">
                  <a:extLst>
                    <a:ext uri="{9D8B030D-6E8A-4147-A177-3AD203B41FA5}">
                      <a16:colId xmlns:a16="http://schemas.microsoft.com/office/drawing/2014/main" val="20000"/>
                    </a:ext>
                  </a:extLst>
                </a:gridCol>
              </a:tblGrid>
              <a:tr h="524100">
                <a:tc>
                  <a:txBody>
                    <a:bodyPr/>
                    <a:lstStyle/>
                    <a:p>
                      <a:pPr marL="0" marR="0" lvl="0" indent="0" algn="ctr" rtl="0">
                        <a:spcBef>
                          <a:spcPts val="0"/>
                        </a:spcBef>
                        <a:spcAft>
                          <a:spcPts val="0"/>
                        </a:spcAft>
                        <a:buNone/>
                      </a:pPr>
                      <a:r>
                        <a:rPr lang="en-US" sz="1600" u="none" strike="noStrike" cap="none">
                          <a:solidFill>
                            <a:schemeClr val="lt1"/>
                          </a:solidFill>
                          <a:latin typeface="Helvetica Neue"/>
                          <a:ea typeface="Helvetica Neue"/>
                          <a:cs typeface="Helvetica Neue"/>
                          <a:sym typeface="Helvetica Neue"/>
                        </a:rPr>
                        <a:t>CUET IT Business Incubator, Chattogram, Bangladesh</a:t>
                      </a:r>
                      <a:endParaRPr/>
                    </a:p>
                    <a:p>
                      <a:pPr marL="0" marR="0" lvl="0" indent="0" algn="ctr" rtl="0">
                        <a:spcBef>
                          <a:spcPts val="0"/>
                        </a:spcBef>
                        <a:spcAft>
                          <a:spcPts val="0"/>
                        </a:spcAft>
                        <a:buNone/>
                      </a:pPr>
                      <a:r>
                        <a:rPr lang="en-US" sz="1600" u="none" strike="noStrike" cap="none">
                          <a:solidFill>
                            <a:schemeClr val="lt1"/>
                          </a:solidFill>
                          <a:latin typeface="Helvetica Neue"/>
                          <a:ea typeface="Helvetica Neue"/>
                          <a:cs typeface="Helvetica Neue"/>
                          <a:sym typeface="Helvetica Neue"/>
                        </a:rPr>
                        <a:t>25</a:t>
                      </a:r>
                      <a:r>
                        <a:rPr lang="en-US" sz="1600" u="none" strike="noStrike" cap="none" baseline="30000">
                          <a:solidFill>
                            <a:schemeClr val="lt1"/>
                          </a:solidFill>
                          <a:latin typeface="Helvetica Neue"/>
                          <a:ea typeface="Helvetica Neue"/>
                          <a:cs typeface="Helvetica Neue"/>
                          <a:sym typeface="Helvetica Neue"/>
                        </a:rPr>
                        <a:t>th</a:t>
                      </a:r>
                      <a:r>
                        <a:rPr lang="en-US" sz="1600" u="none" strike="noStrike" cap="none">
                          <a:solidFill>
                            <a:schemeClr val="lt1"/>
                          </a:solidFill>
                          <a:latin typeface="Helvetica Neue"/>
                          <a:ea typeface="Helvetica Neue"/>
                          <a:cs typeface="Helvetica Neue"/>
                          <a:sym typeface="Helvetica Neue"/>
                        </a:rPr>
                        <a:t> &amp; 26</a:t>
                      </a:r>
                      <a:r>
                        <a:rPr lang="en-US" sz="1600" u="none" strike="noStrike" cap="none" baseline="30000">
                          <a:solidFill>
                            <a:schemeClr val="lt1"/>
                          </a:solidFill>
                          <a:latin typeface="Helvetica Neue"/>
                          <a:ea typeface="Helvetica Neue"/>
                          <a:cs typeface="Helvetica Neue"/>
                          <a:sym typeface="Helvetica Neue"/>
                        </a:rPr>
                        <a:t>th</a:t>
                      </a:r>
                      <a:r>
                        <a:rPr lang="en-US" sz="1600" u="none" strike="noStrike" cap="none">
                          <a:solidFill>
                            <a:schemeClr val="lt1"/>
                          </a:solidFill>
                          <a:latin typeface="Helvetica Neue"/>
                          <a:ea typeface="Helvetica Neue"/>
                          <a:cs typeface="Helvetica Neue"/>
                          <a:sym typeface="Helvetica Neue"/>
                        </a:rPr>
                        <a:t> September 2024</a:t>
                      </a:r>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86AB3"/>
                    </a:solidFill>
                  </a:tcPr>
                </a:tc>
                <a:extLst>
                  <a:ext uri="{0D108BD9-81ED-4DB2-BD59-A6C34878D82A}">
                    <a16:rowId xmlns:a16="http://schemas.microsoft.com/office/drawing/2014/main" val="10000"/>
                  </a:ext>
                </a:extLst>
              </a:tr>
            </a:tbl>
          </a:graphicData>
        </a:graphic>
      </p:graphicFrame>
      <p:grpSp>
        <p:nvGrpSpPr>
          <p:cNvPr id="178" name="Google Shape;178;p4"/>
          <p:cNvGrpSpPr/>
          <p:nvPr/>
        </p:nvGrpSpPr>
        <p:grpSpPr>
          <a:xfrm>
            <a:off x="11538857" y="5828369"/>
            <a:ext cx="338772" cy="362537"/>
            <a:chOff x="0" y="0"/>
            <a:chExt cx="812800" cy="869819"/>
          </a:xfrm>
        </p:grpSpPr>
        <p:sp>
          <p:nvSpPr>
            <p:cNvPr id="179" name="Google Shape;179;p4"/>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80" name="Google Shape;180;p4"/>
            <p:cNvSpPr txBox="1"/>
            <p:nvPr/>
          </p:nvSpPr>
          <p:spPr>
            <a:xfrm>
              <a:off x="76200" y="52970"/>
              <a:ext cx="660400" cy="735303"/>
            </a:xfrm>
            <a:prstGeom prst="rect">
              <a:avLst/>
            </a:prstGeom>
            <a:noFill/>
            <a:ln>
              <a:noFill/>
            </a:ln>
          </p:spPr>
          <p:txBody>
            <a:bodyPr spcFirstLastPara="1" wrap="square" lIns="33850" tIns="33850" rIns="33850" bIns="33850" anchor="ctr" anchorCtr="0">
              <a:noAutofit/>
            </a:bodyPr>
            <a:lstStyle/>
            <a:p>
              <a:pPr marL="0" marR="0" lvl="0" indent="0" algn="ctr" rtl="0">
                <a:lnSpc>
                  <a:spcPct val="140070"/>
                </a:lnSpc>
                <a:spcBef>
                  <a:spcPts val="0"/>
                </a:spcBef>
                <a:spcAft>
                  <a:spcPts val="0"/>
                </a:spcAft>
                <a:buNone/>
              </a:pPr>
              <a:r>
                <a:rPr lang="en-US" sz="1133">
                  <a:solidFill>
                    <a:srgbClr val="191919"/>
                  </a:solidFill>
                  <a:latin typeface="Arial"/>
                  <a:ea typeface="Arial"/>
                  <a:cs typeface="Arial"/>
                  <a:sym typeface="Arial"/>
                </a:rPr>
                <a:t>3</a:t>
              </a:r>
              <a:endParaRPr/>
            </a:p>
          </p:txBody>
        </p:sp>
      </p:grpSp>
      <p:graphicFrame>
        <p:nvGraphicFramePr>
          <p:cNvPr id="181" name="Google Shape;181;p4"/>
          <p:cNvGraphicFramePr/>
          <p:nvPr/>
        </p:nvGraphicFramePr>
        <p:xfrm>
          <a:off x="960350" y="2141021"/>
          <a:ext cx="10271300" cy="3687350"/>
        </p:xfrm>
        <a:graphic>
          <a:graphicData uri="http://schemas.openxmlformats.org/drawingml/2006/table">
            <a:tbl>
              <a:tblPr firstRow="1" bandRow="1">
                <a:noFill/>
                <a:tableStyleId>{30D69AD8-29A4-4AA7-B508-2EB6D6330799}</a:tableStyleId>
              </a:tblPr>
              <a:tblGrid>
                <a:gridCol w="2567825">
                  <a:extLst>
                    <a:ext uri="{9D8B030D-6E8A-4147-A177-3AD203B41FA5}">
                      <a16:colId xmlns:a16="http://schemas.microsoft.com/office/drawing/2014/main" val="20000"/>
                    </a:ext>
                  </a:extLst>
                </a:gridCol>
                <a:gridCol w="2567825">
                  <a:extLst>
                    <a:ext uri="{9D8B030D-6E8A-4147-A177-3AD203B41FA5}">
                      <a16:colId xmlns:a16="http://schemas.microsoft.com/office/drawing/2014/main" val="20001"/>
                    </a:ext>
                  </a:extLst>
                </a:gridCol>
                <a:gridCol w="2567825">
                  <a:extLst>
                    <a:ext uri="{9D8B030D-6E8A-4147-A177-3AD203B41FA5}">
                      <a16:colId xmlns:a16="http://schemas.microsoft.com/office/drawing/2014/main" val="20002"/>
                    </a:ext>
                  </a:extLst>
                </a:gridCol>
                <a:gridCol w="2567825">
                  <a:extLst>
                    <a:ext uri="{9D8B030D-6E8A-4147-A177-3AD203B41FA5}">
                      <a16:colId xmlns:a16="http://schemas.microsoft.com/office/drawing/2014/main" val="20003"/>
                    </a:ext>
                  </a:extLst>
                </a:gridCol>
              </a:tblGrid>
              <a:tr h="364525">
                <a:tc>
                  <a:txBody>
                    <a:bodyPr/>
                    <a:lstStyle/>
                    <a:p>
                      <a:pPr marL="0" marR="0" lvl="0" indent="0" algn="ctr" rtl="0">
                        <a:spcBef>
                          <a:spcPts val="0"/>
                        </a:spcBef>
                        <a:spcAft>
                          <a:spcPts val="0"/>
                        </a:spcAft>
                        <a:buNone/>
                      </a:pPr>
                      <a:r>
                        <a:rPr lang="en-US" sz="1500" b="1" u="none" strike="noStrike" cap="none">
                          <a:solidFill>
                            <a:schemeClr val="dk1"/>
                          </a:solidFill>
                          <a:latin typeface="Calibri"/>
                          <a:ea typeface="Calibri"/>
                          <a:cs typeface="Calibri"/>
                          <a:sym typeface="Calibri"/>
                        </a:rPr>
                        <a:t>Author</a:t>
                      </a:r>
                      <a:endParaRPr/>
                    </a:p>
                  </a:txBody>
                  <a:tcPr marL="77250" marR="77250" marT="38625" marB="38625"/>
                </a:tc>
                <a:tc>
                  <a:txBody>
                    <a:bodyPr/>
                    <a:lstStyle/>
                    <a:p>
                      <a:pPr marL="0" marR="0" lvl="0" indent="0" algn="ctr" rtl="0">
                        <a:spcBef>
                          <a:spcPts val="0"/>
                        </a:spcBef>
                        <a:spcAft>
                          <a:spcPts val="0"/>
                        </a:spcAft>
                        <a:buNone/>
                      </a:pPr>
                      <a:r>
                        <a:rPr lang="en-US" sz="1500" b="1" u="none" strike="noStrike" cap="none">
                          <a:solidFill>
                            <a:schemeClr val="dk1"/>
                          </a:solidFill>
                          <a:latin typeface="Calibri"/>
                          <a:ea typeface="Calibri"/>
                          <a:cs typeface="Calibri"/>
                          <a:sym typeface="Calibri"/>
                        </a:rPr>
                        <a:t>Used Models    </a:t>
                      </a:r>
                      <a:endParaRPr/>
                    </a:p>
                  </a:txBody>
                  <a:tcPr marL="77250" marR="77250" marT="38625" marB="38625"/>
                </a:tc>
                <a:tc>
                  <a:txBody>
                    <a:bodyPr/>
                    <a:lstStyle/>
                    <a:p>
                      <a:pPr marL="0" marR="0" lvl="0" indent="0" algn="ctr" rtl="0">
                        <a:spcBef>
                          <a:spcPts val="0"/>
                        </a:spcBef>
                        <a:spcAft>
                          <a:spcPts val="0"/>
                        </a:spcAft>
                        <a:buNone/>
                      </a:pPr>
                      <a:r>
                        <a:rPr lang="en-US" sz="1500" b="1" u="none" strike="noStrike" cap="none">
                          <a:solidFill>
                            <a:schemeClr val="dk1"/>
                          </a:solidFill>
                          <a:latin typeface="Calibri"/>
                          <a:ea typeface="Calibri"/>
                          <a:cs typeface="Calibri"/>
                          <a:sym typeface="Calibri"/>
                        </a:rPr>
                        <a:t>Results</a:t>
                      </a:r>
                      <a:endParaRPr/>
                    </a:p>
                  </a:txBody>
                  <a:tcPr marL="77250" marR="77250" marT="38625" marB="38625"/>
                </a:tc>
                <a:tc>
                  <a:txBody>
                    <a:bodyPr/>
                    <a:lstStyle/>
                    <a:p>
                      <a:pPr marL="0" marR="0" lvl="0" indent="0" algn="ctr" rtl="0">
                        <a:spcBef>
                          <a:spcPts val="0"/>
                        </a:spcBef>
                        <a:spcAft>
                          <a:spcPts val="0"/>
                        </a:spcAft>
                        <a:buNone/>
                      </a:pPr>
                      <a:r>
                        <a:rPr lang="en-US" sz="1500" b="1" u="none" strike="noStrike" cap="none">
                          <a:solidFill>
                            <a:schemeClr val="dk1"/>
                          </a:solidFill>
                          <a:latin typeface="Calibri"/>
                          <a:ea typeface="Calibri"/>
                          <a:cs typeface="Calibri"/>
                          <a:sym typeface="Calibri"/>
                        </a:rPr>
                        <a:t>Limitations</a:t>
                      </a:r>
                      <a:endParaRPr/>
                    </a:p>
                  </a:txBody>
                  <a:tcPr marL="77250" marR="77250" marT="38625" marB="38625"/>
                </a:tc>
                <a:extLst>
                  <a:ext uri="{0D108BD9-81ED-4DB2-BD59-A6C34878D82A}">
                    <a16:rowId xmlns:a16="http://schemas.microsoft.com/office/drawing/2014/main" val="10000"/>
                  </a:ext>
                </a:extLst>
              </a:tr>
              <a:tr h="598800">
                <a:tc>
                  <a:txBody>
                    <a:bodyPr/>
                    <a:lstStyle/>
                    <a:p>
                      <a:pPr marL="0" marR="0" lvl="0" indent="0" algn="ctr" rtl="0">
                        <a:spcBef>
                          <a:spcPts val="0"/>
                        </a:spcBef>
                        <a:spcAft>
                          <a:spcPts val="0"/>
                        </a:spcAft>
                        <a:buNone/>
                      </a:pPr>
                      <a:r>
                        <a:rPr lang="en-US" sz="1500" u="none" strike="noStrike" cap="none">
                          <a:solidFill>
                            <a:schemeClr val="dk1"/>
                          </a:solidFill>
                          <a:latin typeface="Calibri"/>
                          <a:ea typeface="Calibri"/>
                          <a:cs typeface="Calibri"/>
                          <a:sym typeface="Calibri"/>
                        </a:rPr>
                        <a:t>F. Safavi and M. Rahnemoonfar</a:t>
                      </a:r>
                      <a:endParaRPr sz="1500" u="none" strike="noStrike" cap="none">
                        <a:solidFill>
                          <a:schemeClr val="dk1"/>
                        </a:solidFill>
                        <a:latin typeface="Calibri"/>
                        <a:ea typeface="Calibri"/>
                        <a:cs typeface="Calibri"/>
                        <a:sym typeface="Calibri"/>
                      </a:endParaRPr>
                    </a:p>
                  </a:txBody>
                  <a:tcPr marL="77250" marR="77250" marT="38625" marB="38625"/>
                </a:tc>
                <a:tc>
                  <a:txBody>
                    <a:bodyPr/>
                    <a:lstStyle/>
                    <a:p>
                      <a:pPr marL="0" marR="0" lvl="0" indent="0" algn="ctr" rtl="0">
                        <a:spcBef>
                          <a:spcPts val="0"/>
                        </a:spcBef>
                        <a:spcAft>
                          <a:spcPts val="0"/>
                        </a:spcAft>
                        <a:buNone/>
                      </a:pPr>
                      <a:r>
                        <a:rPr lang="en-US" sz="1500" u="none" strike="noStrike" cap="none">
                          <a:solidFill>
                            <a:schemeClr val="dk1"/>
                          </a:solidFill>
                          <a:latin typeface="Calibri"/>
                          <a:ea typeface="Calibri"/>
                          <a:cs typeface="Calibri"/>
                          <a:sym typeface="Calibri"/>
                        </a:rPr>
                        <a:t>SegFormerB0, DDRNet-23, and PIDNet-s </a:t>
                      </a:r>
                      <a:endParaRPr/>
                    </a:p>
                  </a:txBody>
                  <a:tcPr marL="77250" marR="77250" marT="38625" marB="38625"/>
                </a:tc>
                <a:tc>
                  <a:txBody>
                    <a:bodyPr/>
                    <a:lstStyle/>
                    <a:p>
                      <a:pPr marL="0" marR="0" lvl="0" indent="0" algn="ctr" rtl="0">
                        <a:spcBef>
                          <a:spcPts val="0"/>
                        </a:spcBef>
                        <a:spcAft>
                          <a:spcPts val="0"/>
                        </a:spcAft>
                        <a:buNone/>
                      </a:pPr>
                      <a:r>
                        <a:rPr lang="en-US" sz="1500" u="none" strike="noStrike" cap="none">
                          <a:solidFill>
                            <a:schemeClr val="dk1"/>
                          </a:solidFill>
                          <a:latin typeface="Calibri"/>
                          <a:ea typeface="Calibri"/>
                          <a:cs typeface="Calibri"/>
                          <a:sym typeface="Calibri"/>
                        </a:rPr>
                        <a:t>89.5%, 80.3% and</a:t>
                      </a:r>
                      <a:endParaRPr/>
                    </a:p>
                    <a:p>
                      <a:pPr marL="0" marR="0" lvl="0" indent="0" algn="ctr" rtl="0">
                        <a:spcBef>
                          <a:spcPts val="0"/>
                        </a:spcBef>
                        <a:spcAft>
                          <a:spcPts val="0"/>
                        </a:spcAft>
                        <a:buNone/>
                      </a:pPr>
                      <a:r>
                        <a:rPr lang="en-US" sz="1500" u="none" strike="noStrike" cap="none">
                          <a:solidFill>
                            <a:schemeClr val="dk1"/>
                          </a:solidFill>
                          <a:latin typeface="Calibri"/>
                          <a:ea typeface="Calibri"/>
                          <a:cs typeface="Calibri"/>
                          <a:sym typeface="Calibri"/>
                        </a:rPr>
                        <a:t> 80.6% respectively </a:t>
                      </a:r>
                      <a:endParaRPr/>
                    </a:p>
                  </a:txBody>
                  <a:tcPr marL="77250" marR="77250" marT="38625" marB="38625"/>
                </a:tc>
                <a:tc>
                  <a:txBody>
                    <a:bodyPr/>
                    <a:lstStyle/>
                    <a:p>
                      <a:pPr marL="0" marR="0" lvl="0" indent="0" algn="ctr" rtl="0">
                        <a:lnSpc>
                          <a:spcPct val="100000"/>
                        </a:lnSpc>
                        <a:spcBef>
                          <a:spcPts val="0"/>
                        </a:spcBef>
                        <a:spcAft>
                          <a:spcPts val="0"/>
                        </a:spcAft>
                        <a:buClr>
                          <a:schemeClr val="dk1"/>
                        </a:buClr>
                        <a:buSzPts val="1500"/>
                        <a:buFont typeface="Calibri"/>
                        <a:buNone/>
                      </a:pPr>
                      <a:r>
                        <a:rPr lang="en-US" sz="1500" u="none" strike="noStrike" cap="none">
                          <a:solidFill>
                            <a:schemeClr val="dk1"/>
                          </a:solidFill>
                          <a:latin typeface="Calibri"/>
                          <a:ea typeface="Calibri"/>
                          <a:cs typeface="Calibri"/>
                          <a:sym typeface="Calibri"/>
                        </a:rPr>
                        <a:t>Limited to aerial imagery, making generalization difficult.</a:t>
                      </a:r>
                      <a:endParaRPr/>
                    </a:p>
                  </a:txBody>
                  <a:tcPr marL="77250" marR="77250" marT="38625" marB="38625"/>
                </a:tc>
                <a:extLst>
                  <a:ext uri="{0D108BD9-81ED-4DB2-BD59-A6C34878D82A}">
                    <a16:rowId xmlns:a16="http://schemas.microsoft.com/office/drawing/2014/main" val="10001"/>
                  </a:ext>
                </a:extLst>
              </a:tr>
              <a:tr h="790400">
                <a:tc>
                  <a:txBody>
                    <a:bodyPr/>
                    <a:lstStyle/>
                    <a:p>
                      <a:pPr marL="0" marR="0" lvl="0" indent="0" algn="ctr" rtl="0">
                        <a:spcBef>
                          <a:spcPts val="0"/>
                        </a:spcBef>
                        <a:spcAft>
                          <a:spcPts val="0"/>
                        </a:spcAft>
                        <a:buNone/>
                      </a:pPr>
                      <a:r>
                        <a:rPr lang="en-US" sz="1500" u="none" strike="noStrike" cap="none">
                          <a:solidFill>
                            <a:schemeClr val="dk1"/>
                          </a:solidFill>
                          <a:latin typeface="Calibri"/>
                          <a:ea typeface="Calibri"/>
                          <a:cs typeface="Calibri"/>
                          <a:sym typeface="Calibri"/>
                        </a:rPr>
                        <a:t>B. Basnyat, N. Roy, and A. Gangopadhyay</a:t>
                      </a:r>
                      <a:endParaRPr sz="1500" u="none" strike="noStrike" cap="none">
                        <a:solidFill>
                          <a:schemeClr val="dk1"/>
                        </a:solidFill>
                        <a:latin typeface="Calibri"/>
                        <a:ea typeface="Calibri"/>
                        <a:cs typeface="Calibri"/>
                        <a:sym typeface="Calibri"/>
                      </a:endParaRPr>
                    </a:p>
                  </a:txBody>
                  <a:tcPr marL="77250" marR="77250" marT="38625" marB="38625"/>
                </a:tc>
                <a:tc>
                  <a:txBody>
                    <a:bodyPr/>
                    <a:lstStyle/>
                    <a:p>
                      <a:pPr marL="0" marR="0" lvl="0" indent="0" algn="ctr" rtl="0">
                        <a:spcBef>
                          <a:spcPts val="0"/>
                        </a:spcBef>
                        <a:spcAft>
                          <a:spcPts val="0"/>
                        </a:spcAft>
                        <a:buNone/>
                      </a:pPr>
                      <a:r>
                        <a:rPr lang="en-US" sz="1500"/>
                        <a:t>S</a:t>
                      </a:r>
                      <a:r>
                        <a:rPr lang="en-US" sz="1500" u="none" strike="noStrike" cap="none">
                          <a:solidFill>
                            <a:schemeClr val="dk1"/>
                          </a:solidFill>
                          <a:latin typeface="Calibri"/>
                          <a:ea typeface="Calibri"/>
                          <a:cs typeface="Calibri"/>
                          <a:sym typeface="Calibri"/>
                        </a:rPr>
                        <a:t>tandard U-Net and U-Net with drop out</a:t>
                      </a:r>
                      <a:endParaRPr/>
                    </a:p>
                  </a:txBody>
                  <a:tcPr marL="77250" marR="77250" marT="38625" marB="38625"/>
                </a:tc>
                <a:tc>
                  <a:txBody>
                    <a:bodyPr/>
                    <a:lstStyle/>
                    <a:p>
                      <a:pPr marL="0" marR="0" lvl="0" indent="0" algn="ctr" rtl="0">
                        <a:spcBef>
                          <a:spcPts val="0"/>
                        </a:spcBef>
                        <a:spcAft>
                          <a:spcPts val="0"/>
                        </a:spcAft>
                        <a:buNone/>
                      </a:pPr>
                      <a:r>
                        <a:rPr lang="en-US" sz="1500" u="none" strike="noStrike" cap="none">
                          <a:solidFill>
                            <a:schemeClr val="dk1"/>
                          </a:solidFill>
                          <a:latin typeface="Calibri"/>
                          <a:ea typeface="Calibri"/>
                          <a:cs typeface="Calibri"/>
                          <a:sym typeface="Calibri"/>
                        </a:rPr>
                        <a:t>82% and 84% accuracy</a:t>
                      </a:r>
                      <a:endParaRPr/>
                    </a:p>
                  </a:txBody>
                  <a:tcPr marL="77250" marR="77250" marT="38625" marB="38625"/>
                </a:tc>
                <a:tc>
                  <a:txBody>
                    <a:bodyPr/>
                    <a:lstStyle/>
                    <a:p>
                      <a:pPr marL="0" marR="0" lvl="0" indent="0" algn="ctr" rtl="0">
                        <a:lnSpc>
                          <a:spcPct val="100000"/>
                        </a:lnSpc>
                        <a:spcBef>
                          <a:spcPts val="0"/>
                        </a:spcBef>
                        <a:spcAft>
                          <a:spcPts val="0"/>
                        </a:spcAft>
                        <a:buClr>
                          <a:schemeClr val="dk1"/>
                        </a:buClr>
                        <a:buSzPts val="1500"/>
                        <a:buFont typeface="Calibri"/>
                        <a:buNone/>
                      </a:pPr>
                      <a:r>
                        <a:rPr lang="en-US" sz="1500" u="none" strike="noStrike" cap="none">
                          <a:solidFill>
                            <a:schemeClr val="dk1"/>
                          </a:solidFill>
                          <a:latin typeface="Calibri"/>
                          <a:ea typeface="Calibri"/>
                          <a:cs typeface="Calibri"/>
                          <a:sym typeface="Calibri"/>
                        </a:rPr>
                        <a:t>Limited labeled data reduces robustness and generalization capability.</a:t>
                      </a:r>
                      <a:endParaRPr/>
                    </a:p>
                  </a:txBody>
                  <a:tcPr marL="77250" marR="77250" marT="38625" marB="38625"/>
                </a:tc>
                <a:extLst>
                  <a:ext uri="{0D108BD9-81ED-4DB2-BD59-A6C34878D82A}">
                    <a16:rowId xmlns:a16="http://schemas.microsoft.com/office/drawing/2014/main" val="10002"/>
                  </a:ext>
                </a:extLst>
              </a:tr>
              <a:tr h="790400">
                <a:tc>
                  <a:txBody>
                    <a:bodyPr/>
                    <a:lstStyle/>
                    <a:p>
                      <a:pPr marL="0" marR="0" lvl="0" indent="0" algn="ctr" rtl="0">
                        <a:spcBef>
                          <a:spcPts val="0"/>
                        </a:spcBef>
                        <a:spcAft>
                          <a:spcPts val="0"/>
                        </a:spcAft>
                        <a:buNone/>
                      </a:pPr>
                      <a:r>
                        <a:rPr lang="en-US" sz="1500" u="none" strike="noStrike" cap="none">
                          <a:solidFill>
                            <a:schemeClr val="dk1"/>
                          </a:solidFill>
                          <a:latin typeface="Calibri"/>
                          <a:ea typeface="Calibri"/>
                          <a:cs typeface="Calibri"/>
                          <a:sym typeface="Calibri"/>
                        </a:rPr>
                        <a:t>R. K. Sinha, M. Kushwaha, J. Choudhary, D. P. Singh, and M. Pandey</a:t>
                      </a:r>
                      <a:endParaRPr/>
                    </a:p>
                  </a:txBody>
                  <a:tcPr marL="77250" marR="77250" marT="38625" marB="38625"/>
                </a:tc>
                <a:tc>
                  <a:txBody>
                    <a:bodyPr/>
                    <a:lstStyle/>
                    <a:p>
                      <a:pPr marL="0" marR="0" lvl="0" indent="0" algn="ctr" rtl="0">
                        <a:spcBef>
                          <a:spcPts val="0"/>
                        </a:spcBef>
                        <a:spcAft>
                          <a:spcPts val="0"/>
                        </a:spcAft>
                        <a:buNone/>
                      </a:pPr>
                      <a:r>
                        <a:rPr lang="en-US" sz="1500" u="none" strike="noStrike" cap="none">
                          <a:solidFill>
                            <a:schemeClr val="dk1"/>
                          </a:solidFill>
                          <a:latin typeface="Calibri"/>
                          <a:ea typeface="Calibri"/>
                          <a:cs typeface="Calibri"/>
                          <a:sym typeface="Calibri"/>
                        </a:rPr>
                        <a:t>U-Net and DeepLabv3 </a:t>
                      </a:r>
                      <a:endParaRPr/>
                    </a:p>
                  </a:txBody>
                  <a:tcPr marL="77250" marR="77250" marT="38625" marB="38625"/>
                </a:tc>
                <a:tc>
                  <a:txBody>
                    <a:bodyPr/>
                    <a:lstStyle/>
                    <a:p>
                      <a:pPr marL="0" marR="0" lvl="0" indent="0" algn="ctr" rtl="0">
                        <a:spcBef>
                          <a:spcPts val="0"/>
                        </a:spcBef>
                        <a:spcAft>
                          <a:spcPts val="0"/>
                        </a:spcAft>
                        <a:buNone/>
                      </a:pPr>
                      <a:r>
                        <a:rPr lang="en-US" sz="1500" u="none" strike="noStrike" cap="none">
                          <a:solidFill>
                            <a:schemeClr val="dk1"/>
                          </a:solidFill>
                          <a:latin typeface="Calibri"/>
                          <a:ea typeface="Calibri"/>
                          <a:cs typeface="Calibri"/>
                          <a:sym typeface="Calibri"/>
                        </a:rPr>
                        <a:t>89.74% and 92.16% accuracy</a:t>
                      </a:r>
                      <a:endParaRPr/>
                    </a:p>
                  </a:txBody>
                  <a:tcPr marL="77250" marR="77250" marT="38625" marB="38625"/>
                </a:tc>
                <a:tc>
                  <a:txBody>
                    <a:bodyPr/>
                    <a:lstStyle/>
                    <a:p>
                      <a:pPr marL="0" marR="0" lvl="0" indent="0" algn="ctr" rtl="0">
                        <a:lnSpc>
                          <a:spcPct val="100000"/>
                        </a:lnSpc>
                        <a:spcBef>
                          <a:spcPts val="0"/>
                        </a:spcBef>
                        <a:spcAft>
                          <a:spcPts val="0"/>
                        </a:spcAft>
                        <a:buClr>
                          <a:schemeClr val="dk1"/>
                        </a:buClr>
                        <a:buSzPts val="1500"/>
                        <a:buFont typeface="Calibri"/>
                        <a:buNone/>
                      </a:pPr>
                      <a:r>
                        <a:rPr lang="en-US" sz="1500" u="none" strike="noStrike" cap="none">
                          <a:solidFill>
                            <a:schemeClr val="dk1"/>
                          </a:solidFill>
                          <a:latin typeface="Calibri"/>
                          <a:ea typeface="Calibri"/>
                          <a:cs typeface="Calibri"/>
                          <a:sym typeface="Calibri"/>
                        </a:rPr>
                        <a:t>High computational resources, making real-time detection difficult.</a:t>
                      </a:r>
                      <a:endParaRPr/>
                    </a:p>
                  </a:txBody>
                  <a:tcPr marL="77250" marR="77250" marT="38625" marB="38625"/>
                </a:tc>
                <a:extLst>
                  <a:ext uri="{0D108BD9-81ED-4DB2-BD59-A6C34878D82A}">
                    <a16:rowId xmlns:a16="http://schemas.microsoft.com/office/drawing/2014/main" val="10003"/>
                  </a:ext>
                </a:extLst>
              </a:tr>
              <a:tr h="589625">
                <a:tc>
                  <a:txBody>
                    <a:bodyPr/>
                    <a:lstStyle/>
                    <a:p>
                      <a:pPr marL="0" marR="0" lvl="0" indent="0" algn="ctr" rtl="0">
                        <a:spcBef>
                          <a:spcPts val="0"/>
                        </a:spcBef>
                        <a:spcAft>
                          <a:spcPts val="0"/>
                        </a:spcAft>
                        <a:buNone/>
                      </a:pPr>
                      <a:r>
                        <a:rPr lang="en-US" sz="1500" u="none" strike="noStrike" cap="none">
                          <a:solidFill>
                            <a:schemeClr val="dk1"/>
                          </a:solidFill>
                          <a:latin typeface="Calibri"/>
                          <a:ea typeface="Calibri"/>
                          <a:cs typeface="Calibri"/>
                          <a:sym typeface="Calibri"/>
                        </a:rPr>
                        <a:t>B. Bahrami and H. Arbabkhah</a:t>
                      </a:r>
                      <a:endParaRPr sz="1500" u="none" strike="noStrike" cap="none">
                        <a:solidFill>
                          <a:schemeClr val="dk1"/>
                        </a:solidFill>
                        <a:latin typeface="Calibri"/>
                        <a:ea typeface="Calibri"/>
                        <a:cs typeface="Calibri"/>
                        <a:sym typeface="Calibri"/>
                      </a:endParaRPr>
                    </a:p>
                  </a:txBody>
                  <a:tcPr marL="77250" marR="77250" marT="38625" marB="38625"/>
                </a:tc>
                <a:tc>
                  <a:txBody>
                    <a:bodyPr/>
                    <a:lstStyle/>
                    <a:p>
                      <a:pPr marL="0" marR="0" lvl="0" indent="0" algn="ctr" rtl="0">
                        <a:spcBef>
                          <a:spcPts val="0"/>
                        </a:spcBef>
                        <a:spcAft>
                          <a:spcPts val="0"/>
                        </a:spcAft>
                        <a:buNone/>
                      </a:pPr>
                      <a:r>
                        <a:rPr lang="en-US" sz="1500" u="none" strike="noStrike" cap="none">
                          <a:solidFill>
                            <a:schemeClr val="dk1"/>
                          </a:solidFill>
                          <a:latin typeface="Calibri"/>
                          <a:ea typeface="Calibri"/>
                          <a:cs typeface="Calibri"/>
                          <a:sym typeface="Calibri"/>
                        </a:rPr>
                        <a:t>SegNet, U-Net, and FCN32 </a:t>
                      </a:r>
                      <a:endParaRPr/>
                    </a:p>
                  </a:txBody>
                  <a:tcPr marL="77250" marR="77250" marT="38625" marB="38625"/>
                </a:tc>
                <a:tc>
                  <a:txBody>
                    <a:bodyPr/>
                    <a:lstStyle/>
                    <a:p>
                      <a:pPr marL="0" marR="0" lvl="0" indent="0" algn="ctr" rtl="0">
                        <a:spcBef>
                          <a:spcPts val="0"/>
                        </a:spcBef>
                        <a:spcAft>
                          <a:spcPts val="0"/>
                        </a:spcAft>
                        <a:buNone/>
                      </a:pPr>
                      <a:r>
                        <a:rPr lang="en-US" sz="1500" u="none" strike="noStrike" cap="none">
                          <a:solidFill>
                            <a:schemeClr val="dk1"/>
                          </a:solidFill>
                          <a:latin typeface="Calibri"/>
                          <a:ea typeface="Calibri"/>
                          <a:cs typeface="Calibri"/>
                          <a:sym typeface="Calibri"/>
                        </a:rPr>
                        <a:t>accuracy of 88%</a:t>
                      </a:r>
                      <a:endParaRPr/>
                    </a:p>
                  </a:txBody>
                  <a:tcPr marL="77250" marR="77250" marT="38625" marB="38625"/>
                </a:tc>
                <a:tc>
                  <a:txBody>
                    <a:bodyPr/>
                    <a:lstStyle/>
                    <a:p>
                      <a:pPr marL="0" marR="0" lvl="0" indent="0" algn="ctr" rtl="0">
                        <a:spcBef>
                          <a:spcPts val="0"/>
                        </a:spcBef>
                        <a:spcAft>
                          <a:spcPts val="0"/>
                        </a:spcAft>
                        <a:buNone/>
                      </a:pPr>
                      <a:r>
                        <a:rPr lang="en-US" sz="1500" u="none" strike="noStrike" cap="none">
                          <a:solidFill>
                            <a:schemeClr val="dk1"/>
                          </a:solidFill>
                          <a:latin typeface="Calibri"/>
                          <a:ea typeface="Calibri"/>
                          <a:cs typeface="Calibri"/>
                          <a:sym typeface="Calibri"/>
                        </a:rPr>
                        <a:t>Lower Dice coefficient compared to other models </a:t>
                      </a:r>
                      <a:endParaRPr/>
                    </a:p>
                  </a:txBody>
                  <a:tcPr marL="77250" marR="77250" marT="38625" marB="38625"/>
                </a:tc>
                <a:extLst>
                  <a:ext uri="{0D108BD9-81ED-4DB2-BD59-A6C34878D82A}">
                    <a16:rowId xmlns:a16="http://schemas.microsoft.com/office/drawing/2014/main" val="10004"/>
                  </a:ext>
                </a:extLst>
              </a:tr>
              <a:tr h="553600">
                <a:tc>
                  <a:txBody>
                    <a:bodyPr/>
                    <a:lstStyle/>
                    <a:p>
                      <a:pPr marL="0" marR="0" lvl="0" indent="0" algn="ctr" rtl="0">
                        <a:spcBef>
                          <a:spcPts val="0"/>
                        </a:spcBef>
                        <a:spcAft>
                          <a:spcPts val="0"/>
                        </a:spcAft>
                        <a:buNone/>
                      </a:pPr>
                      <a:r>
                        <a:rPr lang="en-US" sz="1500" u="none" strike="noStrike" cap="none">
                          <a:solidFill>
                            <a:schemeClr val="dk1"/>
                          </a:solidFill>
                          <a:latin typeface="Calibri"/>
                          <a:ea typeface="Calibri"/>
                          <a:cs typeface="Calibri"/>
                          <a:sym typeface="Calibri"/>
                        </a:rPr>
                        <a:t>M. Mesvari et al</a:t>
                      </a:r>
                      <a:endParaRPr/>
                    </a:p>
                  </a:txBody>
                  <a:tcPr marL="77250" marR="77250" marT="38625" marB="38625"/>
                </a:tc>
                <a:tc>
                  <a:txBody>
                    <a:bodyPr/>
                    <a:lstStyle/>
                    <a:p>
                      <a:pPr marL="0" marR="0" lvl="0" indent="0" algn="ctr" rtl="0">
                        <a:spcBef>
                          <a:spcPts val="0"/>
                        </a:spcBef>
                        <a:spcAft>
                          <a:spcPts val="0"/>
                        </a:spcAft>
                        <a:buNone/>
                      </a:pPr>
                      <a:r>
                        <a:rPr lang="en-US" sz="1500" u="none" strike="noStrike" cap="none">
                          <a:solidFill>
                            <a:schemeClr val="dk1"/>
                          </a:solidFill>
                          <a:latin typeface="Calibri"/>
                          <a:ea typeface="Calibri"/>
                          <a:cs typeface="Calibri"/>
                          <a:sym typeface="Calibri"/>
                        </a:rPr>
                        <a:t>UNET++, UNet, and FPN</a:t>
                      </a:r>
                      <a:endParaRPr/>
                    </a:p>
                  </a:txBody>
                  <a:tcPr marL="77250" marR="77250" marT="38625" marB="38625"/>
                </a:tc>
                <a:tc>
                  <a:txBody>
                    <a:bodyPr/>
                    <a:lstStyle/>
                    <a:p>
                      <a:pPr marL="0" marR="0" lvl="0" indent="0" algn="ctr" rtl="0">
                        <a:spcBef>
                          <a:spcPts val="0"/>
                        </a:spcBef>
                        <a:spcAft>
                          <a:spcPts val="0"/>
                        </a:spcAft>
                        <a:buNone/>
                      </a:pPr>
                      <a:r>
                        <a:rPr lang="en-US" sz="1500" u="none" strike="noStrike" cap="none">
                          <a:solidFill>
                            <a:schemeClr val="dk1"/>
                          </a:solidFill>
                          <a:latin typeface="Calibri"/>
                          <a:ea typeface="Calibri"/>
                          <a:cs typeface="Calibri"/>
                          <a:sym typeface="Calibri"/>
                        </a:rPr>
                        <a:t>Accuracy of 84.77%</a:t>
                      </a:r>
                      <a:endParaRPr/>
                    </a:p>
                  </a:txBody>
                  <a:tcPr marL="77250" marR="77250" marT="38625" marB="38625"/>
                </a:tc>
                <a:tc>
                  <a:txBody>
                    <a:bodyPr/>
                    <a:lstStyle/>
                    <a:p>
                      <a:pPr marL="0" marR="0" lvl="0" indent="0" algn="ctr" rtl="0">
                        <a:lnSpc>
                          <a:spcPct val="100000"/>
                        </a:lnSpc>
                        <a:spcBef>
                          <a:spcPts val="0"/>
                        </a:spcBef>
                        <a:spcAft>
                          <a:spcPts val="0"/>
                        </a:spcAft>
                        <a:buClr>
                          <a:schemeClr val="dk1"/>
                        </a:buClr>
                        <a:buSzPts val="1500"/>
                        <a:buFont typeface="Calibri"/>
                        <a:buNone/>
                      </a:pPr>
                      <a:r>
                        <a:rPr lang="en-US" sz="1500" u="none" strike="noStrike" cap="none">
                          <a:solidFill>
                            <a:schemeClr val="dk1"/>
                          </a:solidFill>
                          <a:latin typeface="Calibri"/>
                          <a:ea typeface="Calibri"/>
                          <a:cs typeface="Calibri"/>
                          <a:sym typeface="Calibri"/>
                        </a:rPr>
                        <a:t>Lower Dice coefficient</a:t>
                      </a:r>
                      <a:endParaRPr/>
                    </a:p>
                    <a:p>
                      <a:pPr marL="0" marR="0" lvl="0" indent="0" algn="ctr" rtl="0">
                        <a:spcBef>
                          <a:spcPts val="0"/>
                        </a:spcBef>
                        <a:spcAft>
                          <a:spcPts val="0"/>
                        </a:spcAft>
                        <a:buNone/>
                      </a:pPr>
                      <a:endParaRPr sz="1500" u="none" strike="noStrike" cap="none">
                        <a:solidFill>
                          <a:schemeClr val="dk1"/>
                        </a:solidFill>
                        <a:latin typeface="Calibri"/>
                        <a:ea typeface="Calibri"/>
                        <a:cs typeface="Calibri"/>
                        <a:sym typeface="Calibri"/>
                      </a:endParaRPr>
                    </a:p>
                  </a:txBody>
                  <a:tcPr marL="77250" marR="77250" marT="38625" marB="38625"/>
                </a:tc>
                <a:extLst>
                  <a:ext uri="{0D108BD9-81ED-4DB2-BD59-A6C34878D82A}">
                    <a16:rowId xmlns:a16="http://schemas.microsoft.com/office/drawing/2014/main" val="10005"/>
                  </a:ext>
                </a:extLst>
              </a:tr>
            </a:tbl>
          </a:graphicData>
        </a:graphic>
      </p:graphicFrame>
      <p:pic>
        <p:nvPicPr>
          <p:cNvPr id="182" name="Google Shape;182;p4"/>
          <p:cNvPicPr preferRelativeResize="0"/>
          <p:nvPr/>
        </p:nvPicPr>
        <p:blipFill rotWithShape="1">
          <a:blip r:embed="rId4">
            <a:alphaModFix/>
          </a:blip>
          <a:srcRect/>
          <a:stretch/>
        </p:blipFill>
        <p:spPr>
          <a:xfrm>
            <a:off x="132734" y="589296"/>
            <a:ext cx="946917" cy="584383"/>
          </a:xfrm>
          <a:prstGeom prst="rect">
            <a:avLst/>
          </a:prstGeom>
          <a:noFill/>
          <a:ln>
            <a:noFill/>
          </a:ln>
        </p:spPr>
      </p:pic>
      <p:sp>
        <p:nvSpPr>
          <p:cNvPr id="183" name="Google Shape;183;p4"/>
          <p:cNvSpPr/>
          <p:nvPr/>
        </p:nvSpPr>
        <p:spPr>
          <a:xfrm>
            <a:off x="44604" y="6317773"/>
            <a:ext cx="12102790" cy="579120"/>
          </a:xfrm>
          <a:prstGeom prst="rect">
            <a:avLst/>
          </a:prstGeom>
          <a:solidFill>
            <a:srgbClr val="286AB3"/>
          </a:solidFill>
          <a:ln w="12700" cap="flat" cmpd="sng">
            <a:solidFill>
              <a:srgbClr val="0070C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2000"/>
              <a:buFont typeface="Calibri"/>
              <a:buNone/>
            </a:pPr>
            <a:r>
              <a:rPr lang="en-US" sz="2000" b="1">
                <a:solidFill>
                  <a:schemeClr val="lt1"/>
                </a:solidFill>
                <a:latin typeface="Calibri"/>
                <a:ea typeface="Calibri"/>
                <a:cs typeface="Calibri"/>
                <a:sym typeface="Calibri"/>
              </a:rPr>
              <a:t>CUET, Chattogram, Bangladesh</a:t>
            </a:r>
            <a:endParaRPr/>
          </a:p>
          <a:p>
            <a:pPr marL="0" marR="0" lvl="0" indent="0" algn="ctr" rtl="0">
              <a:spcBef>
                <a:spcPts val="0"/>
              </a:spcBef>
              <a:spcAft>
                <a:spcPts val="0"/>
              </a:spcAft>
              <a:buClr>
                <a:schemeClr val="lt1"/>
              </a:buClr>
              <a:buSzPts val="1800"/>
              <a:buFont typeface="Calibri"/>
              <a:buNone/>
            </a:pPr>
            <a:r>
              <a:rPr lang="en-US" sz="1800" b="1">
                <a:solidFill>
                  <a:schemeClr val="lt1"/>
                </a:solidFill>
                <a:latin typeface="Calibri"/>
                <a:ea typeface="Calibri"/>
                <a:cs typeface="Calibri"/>
                <a:sym typeface="Calibri"/>
              </a:rPr>
              <a:t>13</a:t>
            </a:r>
            <a:r>
              <a:rPr lang="en-US" sz="1800" b="1" baseline="30000">
                <a:solidFill>
                  <a:schemeClr val="lt1"/>
                </a:solidFill>
                <a:latin typeface="Calibri"/>
                <a:ea typeface="Calibri"/>
                <a:cs typeface="Calibri"/>
                <a:sym typeface="Calibri"/>
              </a:rPr>
              <a:t>th</a:t>
            </a:r>
            <a:r>
              <a:rPr lang="en-US" sz="1800" b="1">
                <a:solidFill>
                  <a:schemeClr val="lt1"/>
                </a:solidFill>
                <a:latin typeface="Calibri"/>
                <a:ea typeface="Calibri"/>
                <a:cs typeface="Calibri"/>
                <a:sym typeface="Calibri"/>
              </a:rPr>
              <a:t> – 15</a:t>
            </a:r>
            <a:r>
              <a:rPr lang="en-US" sz="1800" b="1" baseline="30000">
                <a:solidFill>
                  <a:schemeClr val="lt1"/>
                </a:solidFill>
                <a:latin typeface="Calibri"/>
                <a:ea typeface="Calibri"/>
                <a:cs typeface="Calibri"/>
                <a:sym typeface="Calibri"/>
              </a:rPr>
              <a:t>th</a:t>
            </a:r>
            <a:r>
              <a:rPr lang="en-US" sz="1800" b="1">
                <a:solidFill>
                  <a:schemeClr val="lt1"/>
                </a:solidFill>
                <a:latin typeface="Calibri"/>
                <a:ea typeface="Calibri"/>
                <a:cs typeface="Calibri"/>
                <a:sym typeface="Calibri"/>
              </a:rPr>
              <a:t> February 2025</a:t>
            </a:r>
            <a:endParaRPr sz="1800">
              <a:solidFill>
                <a:schemeClr val="dk1"/>
              </a:solidFill>
              <a:latin typeface="Calibri"/>
              <a:ea typeface="Calibri"/>
              <a:cs typeface="Calibri"/>
              <a:sym typeface="Calibri"/>
            </a:endParaRPr>
          </a:p>
        </p:txBody>
      </p:sp>
      <p:sp>
        <p:nvSpPr>
          <p:cNvPr id="184" name="Google Shape;184;p4"/>
          <p:cNvSpPr txBox="1">
            <a:spLocks noGrp="1"/>
          </p:cNvSpPr>
          <p:nvPr>
            <p:ph type="dt" idx="10"/>
          </p:nvPr>
        </p:nvSpPr>
        <p:spPr>
          <a:xfrm>
            <a:off x="44604" y="5915810"/>
            <a:ext cx="2876396" cy="412123"/>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sz="2000" b="1">
                <a:solidFill>
                  <a:srgbClr val="002060"/>
                </a:solidFill>
                <a:latin typeface="Times New Roman"/>
                <a:ea typeface="Times New Roman"/>
                <a:cs typeface="Times New Roman"/>
                <a:sym typeface="Times New Roman"/>
              </a:rPr>
              <a:t>13</a:t>
            </a:r>
            <a:r>
              <a:rPr lang="en-US" sz="2000" b="1" baseline="30000">
                <a:solidFill>
                  <a:srgbClr val="002060"/>
                </a:solidFill>
                <a:latin typeface="Times New Roman"/>
                <a:ea typeface="Times New Roman"/>
                <a:cs typeface="Times New Roman"/>
                <a:sym typeface="Times New Roman"/>
              </a:rPr>
              <a:t>th</a:t>
            </a:r>
            <a:r>
              <a:rPr lang="en-US" sz="2000" b="1">
                <a:solidFill>
                  <a:srgbClr val="002060"/>
                </a:solidFill>
                <a:latin typeface="Times New Roman"/>
                <a:ea typeface="Times New Roman"/>
                <a:cs typeface="Times New Roman"/>
                <a:sym typeface="Times New Roman"/>
              </a:rPr>
              <a:t> February 2025</a:t>
            </a:r>
            <a:endParaRPr/>
          </a:p>
        </p:txBody>
      </p:sp>
      <p:sp>
        <p:nvSpPr>
          <p:cNvPr id="185" name="Google Shape;185;p4"/>
          <p:cNvSpPr/>
          <p:nvPr/>
        </p:nvSpPr>
        <p:spPr>
          <a:xfrm>
            <a:off x="10607040" y="671238"/>
            <a:ext cx="1231221" cy="514423"/>
          </a:xfrm>
          <a:prstGeom prst="rect">
            <a:avLst/>
          </a:prstGeom>
          <a:blipFill rotWithShape="1">
            <a:blip r:embed="rId5">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grpSp>
        <p:nvGrpSpPr>
          <p:cNvPr id="191" name="Google Shape;191;p5"/>
          <p:cNvGrpSpPr/>
          <p:nvPr/>
        </p:nvGrpSpPr>
        <p:grpSpPr>
          <a:xfrm>
            <a:off x="0" y="0"/>
            <a:ext cx="12192000" cy="625651"/>
            <a:chOff x="0" y="0"/>
            <a:chExt cx="12192000" cy="625651"/>
          </a:xfrm>
        </p:grpSpPr>
        <p:sp>
          <p:nvSpPr>
            <p:cNvPr id="192" name="Google Shape;192;p5"/>
            <p:cNvSpPr/>
            <p:nvPr/>
          </p:nvSpPr>
          <p:spPr>
            <a:xfrm>
              <a:off x="0" y="0"/>
              <a:ext cx="12192000" cy="441885"/>
            </a:xfrm>
            <a:prstGeom prst="flowChartProcess">
              <a:avLst/>
            </a:prstGeom>
            <a:solidFill>
              <a:srgbClr val="FAA41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3" name="Google Shape;193;p5"/>
            <p:cNvSpPr/>
            <p:nvPr/>
          </p:nvSpPr>
          <p:spPr>
            <a:xfrm>
              <a:off x="7199086" y="441885"/>
              <a:ext cx="4992913" cy="183766"/>
            </a:xfrm>
            <a:prstGeom prst="flowChartProcess">
              <a:avLst/>
            </a:prstGeom>
            <a:solidFill>
              <a:srgbClr val="45448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94" name="Google Shape;194;p5"/>
          <p:cNvSpPr txBox="1">
            <a:spLocks noGrp="1"/>
          </p:cNvSpPr>
          <p:nvPr>
            <p:ph type="title"/>
          </p:nvPr>
        </p:nvSpPr>
        <p:spPr>
          <a:xfrm>
            <a:off x="609600" y="1143000"/>
            <a:ext cx="10972800" cy="10668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002060"/>
              </a:buClr>
              <a:buSzPts val="4000"/>
              <a:buFont typeface="Calibri"/>
              <a:buNone/>
            </a:pPr>
            <a:r>
              <a:rPr lang="en-US" b="1">
                <a:solidFill>
                  <a:srgbClr val="002060"/>
                </a:solidFill>
              </a:rPr>
              <a:t>Contrast with Related works</a:t>
            </a:r>
            <a:endParaRPr b="1">
              <a:solidFill>
                <a:srgbClr val="002060"/>
              </a:solidFill>
            </a:endParaRPr>
          </a:p>
        </p:txBody>
      </p:sp>
      <p:pic>
        <p:nvPicPr>
          <p:cNvPr id="195" name="Google Shape;195;p5"/>
          <p:cNvPicPr preferRelativeResize="0"/>
          <p:nvPr/>
        </p:nvPicPr>
        <p:blipFill rotWithShape="1">
          <a:blip r:embed="rId3">
            <a:alphaModFix/>
          </a:blip>
          <a:srcRect/>
          <a:stretch/>
        </p:blipFill>
        <p:spPr>
          <a:xfrm>
            <a:off x="44604" y="6327933"/>
            <a:ext cx="12102790" cy="524107"/>
          </a:xfrm>
          <a:prstGeom prst="rect">
            <a:avLst/>
          </a:prstGeom>
          <a:noFill/>
          <a:ln>
            <a:noFill/>
          </a:ln>
        </p:spPr>
      </p:pic>
      <p:sp>
        <p:nvSpPr>
          <p:cNvPr id="196" name="Google Shape;196;p5"/>
          <p:cNvSpPr/>
          <p:nvPr/>
        </p:nvSpPr>
        <p:spPr>
          <a:xfrm>
            <a:off x="807266" y="1835563"/>
            <a:ext cx="10775100" cy="2534100"/>
          </a:xfrm>
          <a:prstGeom prst="rect">
            <a:avLst/>
          </a:prstGeom>
          <a:noFill/>
          <a:ln>
            <a:noFill/>
          </a:ln>
        </p:spPr>
        <p:txBody>
          <a:bodyPr spcFirstLastPara="1" wrap="square" lIns="91425" tIns="45700" rIns="91425" bIns="45700" anchor="ctr" anchorCtr="0">
            <a:spAutoFit/>
          </a:bodyPr>
          <a:lstStyle/>
          <a:p>
            <a:pPr marL="285750" marR="0" lvl="0" indent="-285750" algn="l" rtl="0">
              <a:lnSpc>
                <a:spcPct val="150000"/>
              </a:lnSpc>
              <a:spcBef>
                <a:spcPts val="0"/>
              </a:spcBef>
              <a:spcAft>
                <a:spcPts val="0"/>
              </a:spcAft>
              <a:buClr>
                <a:schemeClr val="dk1"/>
              </a:buClr>
              <a:buSzPts val="1800"/>
              <a:buFont typeface="Noto Sans Symbols"/>
              <a:buChar char="⮚"/>
            </a:pPr>
            <a:r>
              <a:rPr lang="en-US" sz="1800" b="1" i="0" u="none" strike="noStrike" cap="none">
                <a:solidFill>
                  <a:schemeClr val="dk1"/>
                </a:solidFill>
              </a:rPr>
              <a:t>Higher Accuracy and Robustness.</a:t>
            </a:r>
            <a:endParaRPr b="1"/>
          </a:p>
          <a:p>
            <a:pPr marL="285750" marR="0" lvl="0" indent="-285750" algn="l" rtl="0">
              <a:lnSpc>
                <a:spcPct val="150000"/>
              </a:lnSpc>
              <a:spcBef>
                <a:spcPts val="0"/>
              </a:spcBef>
              <a:spcAft>
                <a:spcPts val="0"/>
              </a:spcAft>
              <a:buClr>
                <a:schemeClr val="dk1"/>
              </a:buClr>
              <a:buSzPts val="1800"/>
              <a:buFont typeface="Noto Sans Symbols"/>
              <a:buChar char="⮚"/>
            </a:pPr>
            <a:r>
              <a:rPr lang="en-US" sz="1800" b="1" i="0" u="none" strike="noStrike" cap="none">
                <a:solidFill>
                  <a:schemeClr val="dk1"/>
                </a:solidFill>
              </a:rPr>
              <a:t>Focus on Real-Time and Practical Applications.</a:t>
            </a:r>
            <a:endParaRPr b="1"/>
          </a:p>
          <a:p>
            <a:pPr marL="285750" marR="0" lvl="0" indent="-285750" algn="l" rtl="0">
              <a:lnSpc>
                <a:spcPct val="150000"/>
              </a:lnSpc>
              <a:spcBef>
                <a:spcPts val="0"/>
              </a:spcBef>
              <a:spcAft>
                <a:spcPts val="0"/>
              </a:spcAft>
              <a:buClr>
                <a:schemeClr val="dk1"/>
              </a:buClr>
              <a:buSzPts val="1800"/>
              <a:buFont typeface="Noto Sans Symbols"/>
              <a:buChar char="⮚"/>
            </a:pPr>
            <a:r>
              <a:rPr lang="en-US" sz="1800" b="1" i="0" u="none" strike="noStrike" cap="none">
                <a:solidFill>
                  <a:schemeClr val="dk1"/>
                </a:solidFill>
              </a:rPr>
              <a:t>Improved Training and Optimization Techniques.</a:t>
            </a:r>
            <a:endParaRPr b="1"/>
          </a:p>
          <a:p>
            <a:pPr marL="285750" marR="0" lvl="0" indent="-285750" algn="l" rtl="0">
              <a:lnSpc>
                <a:spcPct val="150000"/>
              </a:lnSpc>
              <a:spcBef>
                <a:spcPts val="0"/>
              </a:spcBef>
              <a:spcAft>
                <a:spcPts val="0"/>
              </a:spcAft>
              <a:buClr>
                <a:schemeClr val="dk1"/>
              </a:buClr>
              <a:buSzPts val="1800"/>
              <a:buFont typeface="Noto Sans Symbols"/>
              <a:buChar char="⮚"/>
            </a:pPr>
            <a:r>
              <a:rPr lang="en-US" sz="1800" b="1" i="0" u="none" strike="noStrike" cap="none">
                <a:solidFill>
                  <a:schemeClr val="dk1"/>
                </a:solidFill>
              </a:rPr>
              <a:t>Better Adaptability and Generalization.</a:t>
            </a:r>
            <a:endParaRPr b="1"/>
          </a:p>
          <a:p>
            <a:pPr marL="285750" marR="0" lvl="0" indent="-285750" algn="l" rtl="0">
              <a:lnSpc>
                <a:spcPct val="150000"/>
              </a:lnSpc>
              <a:spcBef>
                <a:spcPts val="0"/>
              </a:spcBef>
              <a:spcAft>
                <a:spcPts val="0"/>
              </a:spcAft>
              <a:buClr>
                <a:schemeClr val="dk1"/>
              </a:buClr>
              <a:buSzPts val="1800"/>
              <a:buFont typeface="Noto Sans Symbols"/>
              <a:buChar char="⮚"/>
            </a:pPr>
            <a:r>
              <a:rPr lang="en-US" sz="1800" b="1" i="0" u="none" strike="noStrike" cap="none">
                <a:solidFill>
                  <a:schemeClr val="dk1"/>
                </a:solidFill>
              </a:rPr>
              <a:t>Efficient Model Architecture for Improved Performance.</a:t>
            </a:r>
            <a:endParaRPr sz="1800" b="1" i="0" u="none" strike="noStrike" cap="none">
              <a:solidFill>
                <a:schemeClr val="dk1"/>
              </a:solidFill>
            </a:endParaRPr>
          </a:p>
        </p:txBody>
      </p:sp>
      <p:graphicFrame>
        <p:nvGraphicFramePr>
          <p:cNvPr id="197" name="Google Shape;197;p5"/>
          <p:cNvGraphicFramePr/>
          <p:nvPr/>
        </p:nvGraphicFramePr>
        <p:xfrm>
          <a:off x="44604" y="6330906"/>
          <a:ext cx="12102800" cy="579130"/>
        </p:xfrm>
        <a:graphic>
          <a:graphicData uri="http://schemas.openxmlformats.org/drawingml/2006/table">
            <a:tbl>
              <a:tblPr firstRow="1" bandRow="1">
                <a:noFill/>
                <a:tableStyleId>{30D69AD8-29A4-4AA7-B508-2EB6D6330799}</a:tableStyleId>
              </a:tblPr>
              <a:tblGrid>
                <a:gridCol w="12102800">
                  <a:extLst>
                    <a:ext uri="{9D8B030D-6E8A-4147-A177-3AD203B41FA5}">
                      <a16:colId xmlns:a16="http://schemas.microsoft.com/office/drawing/2014/main" val="20000"/>
                    </a:ext>
                  </a:extLst>
                </a:gridCol>
              </a:tblGrid>
              <a:tr h="524100">
                <a:tc>
                  <a:txBody>
                    <a:bodyPr/>
                    <a:lstStyle/>
                    <a:p>
                      <a:pPr marL="0" marR="0" lvl="0" indent="0" algn="ctr" rtl="0">
                        <a:spcBef>
                          <a:spcPts val="0"/>
                        </a:spcBef>
                        <a:spcAft>
                          <a:spcPts val="0"/>
                        </a:spcAft>
                        <a:buNone/>
                      </a:pPr>
                      <a:r>
                        <a:rPr lang="en-US" sz="1600" u="none" strike="noStrike" cap="none">
                          <a:solidFill>
                            <a:schemeClr val="lt1"/>
                          </a:solidFill>
                          <a:latin typeface="Helvetica Neue"/>
                          <a:ea typeface="Helvetica Neue"/>
                          <a:cs typeface="Helvetica Neue"/>
                          <a:sym typeface="Helvetica Neue"/>
                        </a:rPr>
                        <a:t>CUET IT Business Incubator, Chattogram, Bangladesh</a:t>
                      </a:r>
                      <a:endParaRPr/>
                    </a:p>
                    <a:p>
                      <a:pPr marL="0" marR="0" lvl="0" indent="0" algn="ctr" rtl="0">
                        <a:spcBef>
                          <a:spcPts val="0"/>
                        </a:spcBef>
                        <a:spcAft>
                          <a:spcPts val="0"/>
                        </a:spcAft>
                        <a:buNone/>
                      </a:pPr>
                      <a:r>
                        <a:rPr lang="en-US" sz="1600" u="none" strike="noStrike" cap="none">
                          <a:solidFill>
                            <a:schemeClr val="lt1"/>
                          </a:solidFill>
                          <a:latin typeface="Helvetica Neue"/>
                          <a:ea typeface="Helvetica Neue"/>
                          <a:cs typeface="Helvetica Neue"/>
                          <a:sym typeface="Helvetica Neue"/>
                        </a:rPr>
                        <a:t>25</a:t>
                      </a:r>
                      <a:r>
                        <a:rPr lang="en-US" sz="1600" u="none" strike="noStrike" cap="none" baseline="30000">
                          <a:solidFill>
                            <a:schemeClr val="lt1"/>
                          </a:solidFill>
                          <a:latin typeface="Helvetica Neue"/>
                          <a:ea typeface="Helvetica Neue"/>
                          <a:cs typeface="Helvetica Neue"/>
                          <a:sym typeface="Helvetica Neue"/>
                        </a:rPr>
                        <a:t>th</a:t>
                      </a:r>
                      <a:r>
                        <a:rPr lang="en-US" sz="1600" u="none" strike="noStrike" cap="none">
                          <a:solidFill>
                            <a:schemeClr val="lt1"/>
                          </a:solidFill>
                          <a:latin typeface="Helvetica Neue"/>
                          <a:ea typeface="Helvetica Neue"/>
                          <a:cs typeface="Helvetica Neue"/>
                          <a:sym typeface="Helvetica Neue"/>
                        </a:rPr>
                        <a:t> &amp; 26</a:t>
                      </a:r>
                      <a:r>
                        <a:rPr lang="en-US" sz="1600" u="none" strike="noStrike" cap="none" baseline="30000">
                          <a:solidFill>
                            <a:schemeClr val="lt1"/>
                          </a:solidFill>
                          <a:latin typeface="Helvetica Neue"/>
                          <a:ea typeface="Helvetica Neue"/>
                          <a:cs typeface="Helvetica Neue"/>
                          <a:sym typeface="Helvetica Neue"/>
                        </a:rPr>
                        <a:t>th</a:t>
                      </a:r>
                      <a:r>
                        <a:rPr lang="en-US" sz="1600" u="none" strike="noStrike" cap="none">
                          <a:solidFill>
                            <a:schemeClr val="lt1"/>
                          </a:solidFill>
                          <a:latin typeface="Helvetica Neue"/>
                          <a:ea typeface="Helvetica Neue"/>
                          <a:cs typeface="Helvetica Neue"/>
                          <a:sym typeface="Helvetica Neue"/>
                        </a:rPr>
                        <a:t> September 2024</a:t>
                      </a:r>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86AB3"/>
                    </a:solidFill>
                  </a:tcPr>
                </a:tc>
                <a:extLst>
                  <a:ext uri="{0D108BD9-81ED-4DB2-BD59-A6C34878D82A}">
                    <a16:rowId xmlns:a16="http://schemas.microsoft.com/office/drawing/2014/main" val="10000"/>
                  </a:ext>
                </a:extLst>
              </a:tr>
            </a:tbl>
          </a:graphicData>
        </a:graphic>
      </p:graphicFrame>
      <p:grpSp>
        <p:nvGrpSpPr>
          <p:cNvPr id="198" name="Google Shape;198;p5"/>
          <p:cNvGrpSpPr/>
          <p:nvPr/>
        </p:nvGrpSpPr>
        <p:grpSpPr>
          <a:xfrm>
            <a:off x="11538857" y="5828369"/>
            <a:ext cx="338772" cy="362537"/>
            <a:chOff x="0" y="0"/>
            <a:chExt cx="812800" cy="869819"/>
          </a:xfrm>
        </p:grpSpPr>
        <p:sp>
          <p:nvSpPr>
            <p:cNvPr id="199" name="Google Shape;199;p5"/>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00" name="Google Shape;200;p5"/>
            <p:cNvSpPr txBox="1"/>
            <p:nvPr/>
          </p:nvSpPr>
          <p:spPr>
            <a:xfrm>
              <a:off x="76200" y="52970"/>
              <a:ext cx="660400" cy="735303"/>
            </a:xfrm>
            <a:prstGeom prst="rect">
              <a:avLst/>
            </a:prstGeom>
            <a:noFill/>
            <a:ln>
              <a:noFill/>
            </a:ln>
          </p:spPr>
          <p:txBody>
            <a:bodyPr spcFirstLastPara="1" wrap="square" lIns="33850" tIns="33850" rIns="33850" bIns="33850" anchor="ctr" anchorCtr="0">
              <a:noAutofit/>
            </a:bodyPr>
            <a:lstStyle/>
            <a:p>
              <a:pPr marL="0" marR="0" lvl="0" indent="0" algn="ctr" rtl="0">
                <a:lnSpc>
                  <a:spcPct val="140070"/>
                </a:lnSpc>
                <a:spcBef>
                  <a:spcPts val="0"/>
                </a:spcBef>
                <a:spcAft>
                  <a:spcPts val="0"/>
                </a:spcAft>
                <a:buNone/>
              </a:pPr>
              <a:r>
                <a:rPr lang="en-US" sz="1133">
                  <a:solidFill>
                    <a:srgbClr val="191919"/>
                  </a:solidFill>
                  <a:latin typeface="Arial"/>
                  <a:ea typeface="Arial"/>
                  <a:cs typeface="Arial"/>
                  <a:sym typeface="Arial"/>
                </a:rPr>
                <a:t>4</a:t>
              </a:r>
              <a:endParaRPr/>
            </a:p>
          </p:txBody>
        </p:sp>
      </p:grpSp>
      <p:sp>
        <p:nvSpPr>
          <p:cNvPr id="201" name="Google Shape;201;p5"/>
          <p:cNvSpPr/>
          <p:nvPr/>
        </p:nvSpPr>
        <p:spPr>
          <a:xfrm>
            <a:off x="798216" y="4658555"/>
            <a:ext cx="10775100" cy="872100"/>
          </a:xfrm>
          <a:prstGeom prst="rect">
            <a:avLst/>
          </a:prstGeom>
          <a:noFill/>
          <a:ln>
            <a:noFill/>
          </a:ln>
        </p:spPr>
        <p:txBody>
          <a:bodyPr spcFirstLastPara="1" wrap="square" lIns="91425" tIns="45700" rIns="91425" bIns="45700" anchor="ctr" anchorCtr="0">
            <a:spAutoFit/>
          </a:bodyPr>
          <a:lstStyle/>
          <a:p>
            <a:pPr marL="285750" marR="0" lvl="0" indent="-285750" algn="just" rtl="0">
              <a:lnSpc>
                <a:spcPct val="150000"/>
              </a:lnSpc>
              <a:spcBef>
                <a:spcPts val="0"/>
              </a:spcBef>
              <a:spcAft>
                <a:spcPts val="0"/>
              </a:spcAft>
              <a:buClr>
                <a:schemeClr val="dk1"/>
              </a:buClr>
              <a:buSzPts val="1800"/>
              <a:buFont typeface="Noto Sans Symbols"/>
              <a:buChar char="❑"/>
            </a:pPr>
            <a:r>
              <a:rPr lang="en-US" sz="1800" b="1" i="0" u="none" strike="noStrike" cap="none">
                <a:solidFill>
                  <a:schemeClr val="dk1"/>
                </a:solidFill>
              </a:rPr>
              <a:t>This paper outperforms prior research by providing a highly accurate, adaptable, and optimized deep learning-based flood detection system, making it superior in practical flood management applications.</a:t>
            </a:r>
            <a:endParaRPr sz="1800" b="1" i="0" u="none" strike="noStrike" cap="none">
              <a:solidFill>
                <a:schemeClr val="dk1"/>
              </a:solidFill>
            </a:endParaRPr>
          </a:p>
        </p:txBody>
      </p:sp>
      <p:pic>
        <p:nvPicPr>
          <p:cNvPr id="202" name="Google Shape;202;p5"/>
          <p:cNvPicPr preferRelativeResize="0"/>
          <p:nvPr/>
        </p:nvPicPr>
        <p:blipFill rotWithShape="1">
          <a:blip r:embed="rId4">
            <a:alphaModFix/>
          </a:blip>
          <a:srcRect/>
          <a:stretch/>
        </p:blipFill>
        <p:spPr>
          <a:xfrm>
            <a:off x="132734" y="589296"/>
            <a:ext cx="946917" cy="584383"/>
          </a:xfrm>
          <a:prstGeom prst="rect">
            <a:avLst/>
          </a:prstGeom>
          <a:noFill/>
          <a:ln>
            <a:noFill/>
          </a:ln>
        </p:spPr>
      </p:pic>
      <p:sp>
        <p:nvSpPr>
          <p:cNvPr id="203" name="Google Shape;203;p5"/>
          <p:cNvSpPr/>
          <p:nvPr/>
        </p:nvSpPr>
        <p:spPr>
          <a:xfrm>
            <a:off x="44604" y="6317773"/>
            <a:ext cx="12102790" cy="579120"/>
          </a:xfrm>
          <a:prstGeom prst="rect">
            <a:avLst/>
          </a:prstGeom>
          <a:solidFill>
            <a:srgbClr val="286AB3"/>
          </a:solidFill>
          <a:ln w="12700" cap="flat" cmpd="sng">
            <a:solidFill>
              <a:srgbClr val="0070C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2000"/>
              <a:buFont typeface="Calibri"/>
              <a:buNone/>
            </a:pPr>
            <a:r>
              <a:rPr lang="en-US" sz="2000" b="1">
                <a:solidFill>
                  <a:schemeClr val="lt1"/>
                </a:solidFill>
                <a:latin typeface="Calibri"/>
                <a:ea typeface="Calibri"/>
                <a:cs typeface="Calibri"/>
                <a:sym typeface="Calibri"/>
              </a:rPr>
              <a:t>CUET, Chattogram, Bangladesh</a:t>
            </a:r>
            <a:endParaRPr/>
          </a:p>
          <a:p>
            <a:pPr marL="0" marR="0" lvl="0" indent="0" algn="ctr" rtl="0">
              <a:spcBef>
                <a:spcPts val="0"/>
              </a:spcBef>
              <a:spcAft>
                <a:spcPts val="0"/>
              </a:spcAft>
              <a:buClr>
                <a:schemeClr val="lt1"/>
              </a:buClr>
              <a:buSzPts val="1800"/>
              <a:buFont typeface="Calibri"/>
              <a:buNone/>
            </a:pPr>
            <a:r>
              <a:rPr lang="en-US" sz="1800" b="1">
                <a:solidFill>
                  <a:schemeClr val="lt1"/>
                </a:solidFill>
                <a:latin typeface="Calibri"/>
                <a:ea typeface="Calibri"/>
                <a:cs typeface="Calibri"/>
                <a:sym typeface="Calibri"/>
              </a:rPr>
              <a:t>13</a:t>
            </a:r>
            <a:r>
              <a:rPr lang="en-US" sz="1800" b="1" baseline="30000">
                <a:solidFill>
                  <a:schemeClr val="lt1"/>
                </a:solidFill>
                <a:latin typeface="Calibri"/>
                <a:ea typeface="Calibri"/>
                <a:cs typeface="Calibri"/>
                <a:sym typeface="Calibri"/>
              </a:rPr>
              <a:t>th</a:t>
            </a:r>
            <a:r>
              <a:rPr lang="en-US" sz="1800" b="1">
                <a:solidFill>
                  <a:schemeClr val="lt1"/>
                </a:solidFill>
                <a:latin typeface="Calibri"/>
                <a:ea typeface="Calibri"/>
                <a:cs typeface="Calibri"/>
                <a:sym typeface="Calibri"/>
              </a:rPr>
              <a:t> – 15</a:t>
            </a:r>
            <a:r>
              <a:rPr lang="en-US" sz="1800" b="1" baseline="30000">
                <a:solidFill>
                  <a:schemeClr val="lt1"/>
                </a:solidFill>
                <a:latin typeface="Calibri"/>
                <a:ea typeface="Calibri"/>
                <a:cs typeface="Calibri"/>
                <a:sym typeface="Calibri"/>
              </a:rPr>
              <a:t>th</a:t>
            </a:r>
            <a:r>
              <a:rPr lang="en-US" sz="1800" b="1">
                <a:solidFill>
                  <a:schemeClr val="lt1"/>
                </a:solidFill>
                <a:latin typeface="Calibri"/>
                <a:ea typeface="Calibri"/>
                <a:cs typeface="Calibri"/>
                <a:sym typeface="Calibri"/>
              </a:rPr>
              <a:t> February 2025</a:t>
            </a:r>
            <a:endParaRPr sz="1800">
              <a:solidFill>
                <a:schemeClr val="dk1"/>
              </a:solidFill>
              <a:latin typeface="Calibri"/>
              <a:ea typeface="Calibri"/>
              <a:cs typeface="Calibri"/>
              <a:sym typeface="Calibri"/>
            </a:endParaRPr>
          </a:p>
        </p:txBody>
      </p:sp>
      <p:sp>
        <p:nvSpPr>
          <p:cNvPr id="204" name="Google Shape;204;p5"/>
          <p:cNvSpPr txBox="1">
            <a:spLocks noGrp="1"/>
          </p:cNvSpPr>
          <p:nvPr>
            <p:ph type="dt" idx="10"/>
          </p:nvPr>
        </p:nvSpPr>
        <p:spPr>
          <a:xfrm>
            <a:off x="44604" y="5915810"/>
            <a:ext cx="2876396" cy="412123"/>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sz="2000" b="1">
                <a:solidFill>
                  <a:srgbClr val="002060"/>
                </a:solidFill>
                <a:latin typeface="Times New Roman"/>
                <a:ea typeface="Times New Roman"/>
                <a:cs typeface="Times New Roman"/>
                <a:sym typeface="Times New Roman"/>
              </a:rPr>
              <a:t>13</a:t>
            </a:r>
            <a:r>
              <a:rPr lang="en-US" sz="2000" b="1" baseline="30000">
                <a:solidFill>
                  <a:srgbClr val="002060"/>
                </a:solidFill>
                <a:latin typeface="Times New Roman"/>
                <a:ea typeface="Times New Roman"/>
                <a:cs typeface="Times New Roman"/>
                <a:sym typeface="Times New Roman"/>
              </a:rPr>
              <a:t>th</a:t>
            </a:r>
            <a:r>
              <a:rPr lang="en-US" sz="2000" b="1">
                <a:solidFill>
                  <a:srgbClr val="002060"/>
                </a:solidFill>
                <a:latin typeface="Times New Roman"/>
                <a:ea typeface="Times New Roman"/>
                <a:cs typeface="Times New Roman"/>
                <a:sym typeface="Times New Roman"/>
              </a:rPr>
              <a:t> February 2025</a:t>
            </a:r>
            <a:endParaRPr/>
          </a:p>
        </p:txBody>
      </p:sp>
      <p:sp>
        <p:nvSpPr>
          <p:cNvPr id="205" name="Google Shape;205;p5"/>
          <p:cNvSpPr/>
          <p:nvPr/>
        </p:nvSpPr>
        <p:spPr>
          <a:xfrm>
            <a:off x="10607040" y="671238"/>
            <a:ext cx="1231221" cy="514423"/>
          </a:xfrm>
          <a:prstGeom prst="rect">
            <a:avLst/>
          </a:prstGeom>
          <a:blipFill rotWithShape="1">
            <a:blip r:embed="rId5">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grpSp>
        <p:nvGrpSpPr>
          <p:cNvPr id="211" name="Google Shape;211;p6"/>
          <p:cNvGrpSpPr/>
          <p:nvPr/>
        </p:nvGrpSpPr>
        <p:grpSpPr>
          <a:xfrm>
            <a:off x="0" y="0"/>
            <a:ext cx="12192000" cy="625651"/>
            <a:chOff x="0" y="0"/>
            <a:chExt cx="12192000" cy="625651"/>
          </a:xfrm>
        </p:grpSpPr>
        <p:sp>
          <p:nvSpPr>
            <p:cNvPr id="212" name="Google Shape;212;p6"/>
            <p:cNvSpPr/>
            <p:nvPr/>
          </p:nvSpPr>
          <p:spPr>
            <a:xfrm>
              <a:off x="0" y="0"/>
              <a:ext cx="12192000" cy="441885"/>
            </a:xfrm>
            <a:prstGeom prst="flowChartProcess">
              <a:avLst/>
            </a:prstGeom>
            <a:solidFill>
              <a:srgbClr val="FAA41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3" name="Google Shape;213;p6"/>
            <p:cNvSpPr/>
            <p:nvPr/>
          </p:nvSpPr>
          <p:spPr>
            <a:xfrm>
              <a:off x="7199086" y="441885"/>
              <a:ext cx="4992913" cy="183766"/>
            </a:xfrm>
            <a:prstGeom prst="flowChartProcess">
              <a:avLst/>
            </a:prstGeom>
            <a:solidFill>
              <a:srgbClr val="45448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14" name="Google Shape;214;p6"/>
          <p:cNvSpPr txBox="1">
            <a:spLocks noGrp="1"/>
          </p:cNvSpPr>
          <p:nvPr>
            <p:ph type="title"/>
          </p:nvPr>
        </p:nvSpPr>
        <p:spPr>
          <a:xfrm>
            <a:off x="609600" y="1143000"/>
            <a:ext cx="10972800" cy="10668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002060"/>
              </a:buClr>
              <a:buSzPts val="4000"/>
              <a:buFont typeface="Calibri"/>
              <a:buNone/>
            </a:pPr>
            <a:r>
              <a:rPr lang="en-US" b="1">
                <a:solidFill>
                  <a:srgbClr val="002060"/>
                </a:solidFill>
              </a:rPr>
              <a:t>Research Questions</a:t>
            </a:r>
            <a:endParaRPr b="1">
              <a:solidFill>
                <a:srgbClr val="002060"/>
              </a:solidFill>
            </a:endParaRPr>
          </a:p>
        </p:txBody>
      </p:sp>
      <p:pic>
        <p:nvPicPr>
          <p:cNvPr id="215" name="Google Shape;215;p6"/>
          <p:cNvPicPr preferRelativeResize="0"/>
          <p:nvPr/>
        </p:nvPicPr>
        <p:blipFill rotWithShape="1">
          <a:blip r:embed="rId3">
            <a:alphaModFix/>
          </a:blip>
          <a:srcRect/>
          <a:stretch/>
        </p:blipFill>
        <p:spPr>
          <a:xfrm>
            <a:off x="44604" y="6327933"/>
            <a:ext cx="12102790" cy="524107"/>
          </a:xfrm>
          <a:prstGeom prst="rect">
            <a:avLst/>
          </a:prstGeom>
          <a:noFill/>
          <a:ln>
            <a:noFill/>
          </a:ln>
        </p:spPr>
      </p:pic>
      <p:sp>
        <p:nvSpPr>
          <p:cNvPr id="216" name="Google Shape;216;p6"/>
          <p:cNvSpPr/>
          <p:nvPr/>
        </p:nvSpPr>
        <p:spPr>
          <a:xfrm>
            <a:off x="807266" y="1986370"/>
            <a:ext cx="10775134" cy="1287532"/>
          </a:xfrm>
          <a:prstGeom prst="rect">
            <a:avLst/>
          </a:prstGeom>
          <a:noFill/>
          <a:ln>
            <a:noFill/>
          </a:ln>
        </p:spPr>
        <p:txBody>
          <a:bodyPr spcFirstLastPara="1" wrap="square" lIns="91425" tIns="45700" rIns="91425" bIns="45700" anchor="ctr" anchorCtr="0">
            <a:spAutoFit/>
          </a:bodyPr>
          <a:lstStyle/>
          <a:p>
            <a:pPr marL="285750" marR="0" lvl="0" indent="-285750" algn="l" rtl="0">
              <a:lnSpc>
                <a:spcPct val="15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How can deep learning improve flood detection with high accuracy? </a:t>
            </a:r>
            <a:endParaRPr/>
          </a:p>
          <a:p>
            <a:pPr marL="285750" marR="0" lvl="0" indent="-285750" algn="l" rtl="0">
              <a:lnSpc>
                <a:spcPct val="15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Can U-Net effectively segment flood areas in satellite images? </a:t>
            </a:r>
            <a:endParaRPr/>
          </a:p>
          <a:p>
            <a:pPr marL="285750" marR="0" lvl="0" indent="-285750" algn="l" rtl="0">
              <a:lnSpc>
                <a:spcPct val="15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How does the proposed model perform compared to traditional hydrological models?</a:t>
            </a:r>
            <a:endParaRPr sz="1800" b="1" i="0" u="none" strike="noStrike" cap="none">
              <a:solidFill>
                <a:schemeClr val="dk1"/>
              </a:solidFill>
              <a:latin typeface="Arial"/>
              <a:ea typeface="Arial"/>
              <a:cs typeface="Arial"/>
              <a:sym typeface="Arial"/>
            </a:endParaRPr>
          </a:p>
        </p:txBody>
      </p:sp>
      <p:graphicFrame>
        <p:nvGraphicFramePr>
          <p:cNvPr id="217" name="Google Shape;217;p6"/>
          <p:cNvGraphicFramePr/>
          <p:nvPr/>
        </p:nvGraphicFramePr>
        <p:xfrm>
          <a:off x="44604" y="6330906"/>
          <a:ext cx="12102800" cy="579130"/>
        </p:xfrm>
        <a:graphic>
          <a:graphicData uri="http://schemas.openxmlformats.org/drawingml/2006/table">
            <a:tbl>
              <a:tblPr firstRow="1" bandRow="1">
                <a:noFill/>
                <a:tableStyleId>{30D69AD8-29A4-4AA7-B508-2EB6D6330799}</a:tableStyleId>
              </a:tblPr>
              <a:tblGrid>
                <a:gridCol w="12102800">
                  <a:extLst>
                    <a:ext uri="{9D8B030D-6E8A-4147-A177-3AD203B41FA5}">
                      <a16:colId xmlns:a16="http://schemas.microsoft.com/office/drawing/2014/main" val="20000"/>
                    </a:ext>
                  </a:extLst>
                </a:gridCol>
              </a:tblGrid>
              <a:tr h="524100">
                <a:tc>
                  <a:txBody>
                    <a:bodyPr/>
                    <a:lstStyle/>
                    <a:p>
                      <a:pPr marL="0" marR="0" lvl="0" indent="0" algn="ctr" rtl="0">
                        <a:spcBef>
                          <a:spcPts val="0"/>
                        </a:spcBef>
                        <a:spcAft>
                          <a:spcPts val="0"/>
                        </a:spcAft>
                        <a:buNone/>
                      </a:pPr>
                      <a:r>
                        <a:rPr lang="en-US" sz="1600" u="none" strike="noStrike" cap="none">
                          <a:solidFill>
                            <a:schemeClr val="lt1"/>
                          </a:solidFill>
                          <a:latin typeface="Helvetica Neue"/>
                          <a:ea typeface="Helvetica Neue"/>
                          <a:cs typeface="Helvetica Neue"/>
                          <a:sym typeface="Helvetica Neue"/>
                        </a:rPr>
                        <a:t>CUET IT Business Incubator, Chattogram, Bangladesh</a:t>
                      </a:r>
                      <a:endParaRPr/>
                    </a:p>
                    <a:p>
                      <a:pPr marL="0" marR="0" lvl="0" indent="0" algn="ctr" rtl="0">
                        <a:spcBef>
                          <a:spcPts val="0"/>
                        </a:spcBef>
                        <a:spcAft>
                          <a:spcPts val="0"/>
                        </a:spcAft>
                        <a:buNone/>
                      </a:pPr>
                      <a:r>
                        <a:rPr lang="en-US" sz="1600" u="none" strike="noStrike" cap="none">
                          <a:solidFill>
                            <a:schemeClr val="lt1"/>
                          </a:solidFill>
                          <a:latin typeface="Helvetica Neue"/>
                          <a:ea typeface="Helvetica Neue"/>
                          <a:cs typeface="Helvetica Neue"/>
                          <a:sym typeface="Helvetica Neue"/>
                        </a:rPr>
                        <a:t>25</a:t>
                      </a:r>
                      <a:r>
                        <a:rPr lang="en-US" sz="1600" u="none" strike="noStrike" cap="none" baseline="30000">
                          <a:solidFill>
                            <a:schemeClr val="lt1"/>
                          </a:solidFill>
                          <a:latin typeface="Helvetica Neue"/>
                          <a:ea typeface="Helvetica Neue"/>
                          <a:cs typeface="Helvetica Neue"/>
                          <a:sym typeface="Helvetica Neue"/>
                        </a:rPr>
                        <a:t>th</a:t>
                      </a:r>
                      <a:r>
                        <a:rPr lang="en-US" sz="1600" u="none" strike="noStrike" cap="none">
                          <a:solidFill>
                            <a:schemeClr val="lt1"/>
                          </a:solidFill>
                          <a:latin typeface="Helvetica Neue"/>
                          <a:ea typeface="Helvetica Neue"/>
                          <a:cs typeface="Helvetica Neue"/>
                          <a:sym typeface="Helvetica Neue"/>
                        </a:rPr>
                        <a:t> &amp; 26</a:t>
                      </a:r>
                      <a:r>
                        <a:rPr lang="en-US" sz="1600" u="none" strike="noStrike" cap="none" baseline="30000">
                          <a:solidFill>
                            <a:schemeClr val="lt1"/>
                          </a:solidFill>
                          <a:latin typeface="Helvetica Neue"/>
                          <a:ea typeface="Helvetica Neue"/>
                          <a:cs typeface="Helvetica Neue"/>
                          <a:sym typeface="Helvetica Neue"/>
                        </a:rPr>
                        <a:t>th</a:t>
                      </a:r>
                      <a:r>
                        <a:rPr lang="en-US" sz="1600" u="none" strike="noStrike" cap="none">
                          <a:solidFill>
                            <a:schemeClr val="lt1"/>
                          </a:solidFill>
                          <a:latin typeface="Helvetica Neue"/>
                          <a:ea typeface="Helvetica Neue"/>
                          <a:cs typeface="Helvetica Neue"/>
                          <a:sym typeface="Helvetica Neue"/>
                        </a:rPr>
                        <a:t> September 2024</a:t>
                      </a:r>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86AB3"/>
                    </a:solidFill>
                  </a:tcPr>
                </a:tc>
                <a:extLst>
                  <a:ext uri="{0D108BD9-81ED-4DB2-BD59-A6C34878D82A}">
                    <a16:rowId xmlns:a16="http://schemas.microsoft.com/office/drawing/2014/main" val="10000"/>
                  </a:ext>
                </a:extLst>
              </a:tr>
            </a:tbl>
          </a:graphicData>
        </a:graphic>
      </p:graphicFrame>
      <p:grpSp>
        <p:nvGrpSpPr>
          <p:cNvPr id="218" name="Google Shape;218;p6"/>
          <p:cNvGrpSpPr/>
          <p:nvPr/>
        </p:nvGrpSpPr>
        <p:grpSpPr>
          <a:xfrm>
            <a:off x="11538857" y="5828369"/>
            <a:ext cx="338772" cy="362537"/>
            <a:chOff x="0" y="0"/>
            <a:chExt cx="812800" cy="869819"/>
          </a:xfrm>
        </p:grpSpPr>
        <p:sp>
          <p:nvSpPr>
            <p:cNvPr id="219" name="Google Shape;219;p6"/>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20" name="Google Shape;220;p6"/>
            <p:cNvSpPr txBox="1"/>
            <p:nvPr/>
          </p:nvSpPr>
          <p:spPr>
            <a:xfrm>
              <a:off x="76200" y="52970"/>
              <a:ext cx="660400" cy="735303"/>
            </a:xfrm>
            <a:prstGeom prst="rect">
              <a:avLst/>
            </a:prstGeom>
            <a:noFill/>
            <a:ln>
              <a:noFill/>
            </a:ln>
          </p:spPr>
          <p:txBody>
            <a:bodyPr spcFirstLastPara="1" wrap="square" lIns="33850" tIns="33850" rIns="33850" bIns="33850" anchor="ctr" anchorCtr="0">
              <a:noAutofit/>
            </a:bodyPr>
            <a:lstStyle/>
            <a:p>
              <a:pPr marL="0" marR="0" lvl="0" indent="0" algn="ctr" rtl="0">
                <a:lnSpc>
                  <a:spcPct val="140070"/>
                </a:lnSpc>
                <a:spcBef>
                  <a:spcPts val="0"/>
                </a:spcBef>
                <a:spcAft>
                  <a:spcPts val="0"/>
                </a:spcAft>
                <a:buNone/>
              </a:pPr>
              <a:r>
                <a:rPr lang="en-US" sz="1133">
                  <a:solidFill>
                    <a:srgbClr val="191919"/>
                  </a:solidFill>
                  <a:latin typeface="Arial"/>
                  <a:ea typeface="Arial"/>
                  <a:cs typeface="Arial"/>
                  <a:sym typeface="Arial"/>
                </a:rPr>
                <a:t>5</a:t>
              </a:r>
              <a:endParaRPr/>
            </a:p>
          </p:txBody>
        </p:sp>
      </p:grpSp>
      <p:pic>
        <p:nvPicPr>
          <p:cNvPr id="221" name="Google Shape;221;p6"/>
          <p:cNvPicPr preferRelativeResize="0"/>
          <p:nvPr/>
        </p:nvPicPr>
        <p:blipFill rotWithShape="1">
          <a:blip r:embed="rId4">
            <a:alphaModFix/>
          </a:blip>
          <a:srcRect/>
          <a:stretch/>
        </p:blipFill>
        <p:spPr>
          <a:xfrm>
            <a:off x="132734" y="589296"/>
            <a:ext cx="946917" cy="584383"/>
          </a:xfrm>
          <a:prstGeom prst="rect">
            <a:avLst/>
          </a:prstGeom>
          <a:noFill/>
          <a:ln>
            <a:noFill/>
          </a:ln>
        </p:spPr>
      </p:pic>
      <p:sp>
        <p:nvSpPr>
          <p:cNvPr id="222" name="Google Shape;222;p6"/>
          <p:cNvSpPr/>
          <p:nvPr/>
        </p:nvSpPr>
        <p:spPr>
          <a:xfrm>
            <a:off x="44604" y="6317773"/>
            <a:ext cx="12102790" cy="579120"/>
          </a:xfrm>
          <a:prstGeom prst="rect">
            <a:avLst/>
          </a:prstGeom>
          <a:solidFill>
            <a:srgbClr val="286AB3"/>
          </a:solidFill>
          <a:ln w="12700" cap="flat" cmpd="sng">
            <a:solidFill>
              <a:srgbClr val="0070C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2000"/>
              <a:buFont typeface="Calibri"/>
              <a:buNone/>
            </a:pPr>
            <a:r>
              <a:rPr lang="en-US" sz="2000" b="1">
                <a:solidFill>
                  <a:schemeClr val="lt1"/>
                </a:solidFill>
                <a:latin typeface="Calibri"/>
                <a:ea typeface="Calibri"/>
                <a:cs typeface="Calibri"/>
                <a:sym typeface="Calibri"/>
              </a:rPr>
              <a:t>CUET, Chattogram, Bangladesh</a:t>
            </a:r>
            <a:endParaRPr/>
          </a:p>
          <a:p>
            <a:pPr marL="0" marR="0" lvl="0" indent="0" algn="ctr" rtl="0">
              <a:spcBef>
                <a:spcPts val="0"/>
              </a:spcBef>
              <a:spcAft>
                <a:spcPts val="0"/>
              </a:spcAft>
              <a:buClr>
                <a:schemeClr val="lt1"/>
              </a:buClr>
              <a:buSzPts val="1800"/>
              <a:buFont typeface="Calibri"/>
              <a:buNone/>
            </a:pPr>
            <a:r>
              <a:rPr lang="en-US" sz="1800" b="1">
                <a:solidFill>
                  <a:schemeClr val="lt1"/>
                </a:solidFill>
                <a:latin typeface="Calibri"/>
                <a:ea typeface="Calibri"/>
                <a:cs typeface="Calibri"/>
                <a:sym typeface="Calibri"/>
              </a:rPr>
              <a:t>13</a:t>
            </a:r>
            <a:r>
              <a:rPr lang="en-US" sz="1800" b="1" baseline="30000">
                <a:solidFill>
                  <a:schemeClr val="lt1"/>
                </a:solidFill>
                <a:latin typeface="Calibri"/>
                <a:ea typeface="Calibri"/>
                <a:cs typeface="Calibri"/>
                <a:sym typeface="Calibri"/>
              </a:rPr>
              <a:t>th</a:t>
            </a:r>
            <a:r>
              <a:rPr lang="en-US" sz="1800" b="1">
                <a:solidFill>
                  <a:schemeClr val="lt1"/>
                </a:solidFill>
                <a:latin typeface="Calibri"/>
                <a:ea typeface="Calibri"/>
                <a:cs typeface="Calibri"/>
                <a:sym typeface="Calibri"/>
              </a:rPr>
              <a:t> – 15</a:t>
            </a:r>
            <a:r>
              <a:rPr lang="en-US" sz="1800" b="1" baseline="30000">
                <a:solidFill>
                  <a:schemeClr val="lt1"/>
                </a:solidFill>
                <a:latin typeface="Calibri"/>
                <a:ea typeface="Calibri"/>
                <a:cs typeface="Calibri"/>
                <a:sym typeface="Calibri"/>
              </a:rPr>
              <a:t>th</a:t>
            </a:r>
            <a:r>
              <a:rPr lang="en-US" sz="1800" b="1">
                <a:solidFill>
                  <a:schemeClr val="lt1"/>
                </a:solidFill>
                <a:latin typeface="Calibri"/>
                <a:ea typeface="Calibri"/>
                <a:cs typeface="Calibri"/>
                <a:sym typeface="Calibri"/>
              </a:rPr>
              <a:t> February 2025</a:t>
            </a:r>
            <a:endParaRPr sz="1800">
              <a:solidFill>
                <a:schemeClr val="dk1"/>
              </a:solidFill>
              <a:latin typeface="Calibri"/>
              <a:ea typeface="Calibri"/>
              <a:cs typeface="Calibri"/>
              <a:sym typeface="Calibri"/>
            </a:endParaRPr>
          </a:p>
        </p:txBody>
      </p:sp>
      <p:sp>
        <p:nvSpPr>
          <p:cNvPr id="223" name="Google Shape;223;p6"/>
          <p:cNvSpPr txBox="1">
            <a:spLocks noGrp="1"/>
          </p:cNvSpPr>
          <p:nvPr>
            <p:ph type="dt" idx="10"/>
          </p:nvPr>
        </p:nvSpPr>
        <p:spPr>
          <a:xfrm>
            <a:off x="44604" y="5915810"/>
            <a:ext cx="2876396" cy="412123"/>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sz="2000" b="1">
                <a:solidFill>
                  <a:srgbClr val="002060"/>
                </a:solidFill>
                <a:latin typeface="Times New Roman"/>
                <a:ea typeface="Times New Roman"/>
                <a:cs typeface="Times New Roman"/>
                <a:sym typeface="Times New Roman"/>
              </a:rPr>
              <a:t>13</a:t>
            </a:r>
            <a:r>
              <a:rPr lang="en-US" sz="2000" b="1" baseline="30000">
                <a:solidFill>
                  <a:srgbClr val="002060"/>
                </a:solidFill>
                <a:latin typeface="Times New Roman"/>
                <a:ea typeface="Times New Roman"/>
                <a:cs typeface="Times New Roman"/>
                <a:sym typeface="Times New Roman"/>
              </a:rPr>
              <a:t>th</a:t>
            </a:r>
            <a:r>
              <a:rPr lang="en-US" sz="2000" b="1">
                <a:solidFill>
                  <a:srgbClr val="002060"/>
                </a:solidFill>
                <a:latin typeface="Times New Roman"/>
                <a:ea typeface="Times New Roman"/>
                <a:cs typeface="Times New Roman"/>
                <a:sym typeface="Times New Roman"/>
              </a:rPr>
              <a:t> February 2025</a:t>
            </a:r>
            <a:endParaRPr/>
          </a:p>
        </p:txBody>
      </p:sp>
      <p:sp>
        <p:nvSpPr>
          <p:cNvPr id="224" name="Google Shape;224;p6"/>
          <p:cNvSpPr/>
          <p:nvPr/>
        </p:nvSpPr>
        <p:spPr>
          <a:xfrm>
            <a:off x="10607040" y="671238"/>
            <a:ext cx="1231221" cy="514423"/>
          </a:xfrm>
          <a:prstGeom prst="rect">
            <a:avLst/>
          </a:prstGeom>
          <a:blipFill rotWithShape="1">
            <a:blip r:embed="rId5">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grpSp>
        <p:nvGrpSpPr>
          <p:cNvPr id="230" name="Google Shape;230;p7"/>
          <p:cNvGrpSpPr/>
          <p:nvPr/>
        </p:nvGrpSpPr>
        <p:grpSpPr>
          <a:xfrm>
            <a:off x="0" y="0"/>
            <a:ext cx="12192000" cy="625651"/>
            <a:chOff x="0" y="0"/>
            <a:chExt cx="12192000" cy="625651"/>
          </a:xfrm>
        </p:grpSpPr>
        <p:sp>
          <p:nvSpPr>
            <p:cNvPr id="231" name="Google Shape;231;p7"/>
            <p:cNvSpPr/>
            <p:nvPr/>
          </p:nvSpPr>
          <p:spPr>
            <a:xfrm>
              <a:off x="0" y="0"/>
              <a:ext cx="12192000" cy="441885"/>
            </a:xfrm>
            <a:prstGeom prst="flowChartProcess">
              <a:avLst/>
            </a:prstGeom>
            <a:solidFill>
              <a:srgbClr val="FAA41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2" name="Google Shape;232;p7"/>
            <p:cNvSpPr/>
            <p:nvPr/>
          </p:nvSpPr>
          <p:spPr>
            <a:xfrm>
              <a:off x="7199086" y="441885"/>
              <a:ext cx="4992913" cy="183766"/>
            </a:xfrm>
            <a:prstGeom prst="flowChartProcess">
              <a:avLst/>
            </a:prstGeom>
            <a:solidFill>
              <a:srgbClr val="45448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33" name="Google Shape;233;p7"/>
          <p:cNvSpPr txBox="1">
            <a:spLocks noGrp="1"/>
          </p:cNvSpPr>
          <p:nvPr>
            <p:ph type="title"/>
          </p:nvPr>
        </p:nvSpPr>
        <p:spPr>
          <a:xfrm>
            <a:off x="609600" y="1143000"/>
            <a:ext cx="10972800" cy="10668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002060"/>
              </a:buClr>
              <a:buSzPts val="4000"/>
              <a:buFont typeface="Calibri"/>
              <a:buNone/>
            </a:pPr>
            <a:r>
              <a:rPr lang="en-US" b="1">
                <a:solidFill>
                  <a:srgbClr val="002060"/>
                </a:solidFill>
              </a:rPr>
              <a:t>Objectives</a:t>
            </a:r>
            <a:endParaRPr b="1">
              <a:solidFill>
                <a:srgbClr val="002060"/>
              </a:solidFill>
            </a:endParaRPr>
          </a:p>
        </p:txBody>
      </p:sp>
      <p:pic>
        <p:nvPicPr>
          <p:cNvPr id="234" name="Google Shape;234;p7"/>
          <p:cNvPicPr preferRelativeResize="0"/>
          <p:nvPr/>
        </p:nvPicPr>
        <p:blipFill rotWithShape="1">
          <a:blip r:embed="rId3">
            <a:alphaModFix/>
          </a:blip>
          <a:srcRect/>
          <a:stretch/>
        </p:blipFill>
        <p:spPr>
          <a:xfrm>
            <a:off x="44604" y="6327933"/>
            <a:ext cx="12102790" cy="524107"/>
          </a:xfrm>
          <a:prstGeom prst="rect">
            <a:avLst/>
          </a:prstGeom>
          <a:noFill/>
          <a:ln>
            <a:noFill/>
          </a:ln>
        </p:spPr>
      </p:pic>
      <p:sp>
        <p:nvSpPr>
          <p:cNvPr id="235" name="Google Shape;235;p7"/>
          <p:cNvSpPr/>
          <p:nvPr/>
        </p:nvSpPr>
        <p:spPr>
          <a:xfrm>
            <a:off x="807266" y="1986370"/>
            <a:ext cx="10775134" cy="1287532"/>
          </a:xfrm>
          <a:prstGeom prst="rect">
            <a:avLst/>
          </a:prstGeom>
          <a:noFill/>
          <a:ln>
            <a:noFill/>
          </a:ln>
        </p:spPr>
        <p:txBody>
          <a:bodyPr spcFirstLastPara="1" wrap="square" lIns="91425" tIns="45700" rIns="91425" bIns="45700" anchor="ctr" anchorCtr="0">
            <a:spAutoFit/>
          </a:bodyPr>
          <a:lstStyle/>
          <a:p>
            <a:pPr marL="285750" marR="0" lvl="0" indent="-285750" algn="l" rtl="0">
              <a:lnSpc>
                <a:spcPct val="15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Develop a U-Net-based model for flood area detection and segmentation. </a:t>
            </a:r>
            <a:endParaRPr/>
          </a:p>
          <a:p>
            <a:pPr marL="285750" marR="0" lvl="0" indent="-285750" algn="l" rtl="0">
              <a:lnSpc>
                <a:spcPct val="15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Achieve high accuracy in identifying flood-prone regions. </a:t>
            </a:r>
            <a:endParaRPr/>
          </a:p>
          <a:p>
            <a:pPr marL="285750" marR="0" lvl="0" indent="-285750" algn="l" rtl="0">
              <a:lnSpc>
                <a:spcPct val="15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Provide a reliable tool for real-time flood mapping and disaster response.</a:t>
            </a:r>
            <a:endParaRPr sz="1800" b="1" i="0" u="none" strike="noStrike" cap="none">
              <a:solidFill>
                <a:schemeClr val="dk1"/>
              </a:solidFill>
              <a:latin typeface="Arial"/>
              <a:ea typeface="Arial"/>
              <a:cs typeface="Arial"/>
              <a:sym typeface="Arial"/>
            </a:endParaRPr>
          </a:p>
        </p:txBody>
      </p:sp>
      <p:graphicFrame>
        <p:nvGraphicFramePr>
          <p:cNvPr id="236" name="Google Shape;236;p7"/>
          <p:cNvGraphicFramePr/>
          <p:nvPr/>
        </p:nvGraphicFramePr>
        <p:xfrm>
          <a:off x="44604" y="6330906"/>
          <a:ext cx="12102800" cy="579130"/>
        </p:xfrm>
        <a:graphic>
          <a:graphicData uri="http://schemas.openxmlformats.org/drawingml/2006/table">
            <a:tbl>
              <a:tblPr firstRow="1" bandRow="1">
                <a:noFill/>
                <a:tableStyleId>{30D69AD8-29A4-4AA7-B508-2EB6D6330799}</a:tableStyleId>
              </a:tblPr>
              <a:tblGrid>
                <a:gridCol w="12102800">
                  <a:extLst>
                    <a:ext uri="{9D8B030D-6E8A-4147-A177-3AD203B41FA5}">
                      <a16:colId xmlns:a16="http://schemas.microsoft.com/office/drawing/2014/main" val="20000"/>
                    </a:ext>
                  </a:extLst>
                </a:gridCol>
              </a:tblGrid>
              <a:tr h="524100">
                <a:tc>
                  <a:txBody>
                    <a:bodyPr/>
                    <a:lstStyle/>
                    <a:p>
                      <a:pPr marL="0" marR="0" lvl="0" indent="0" algn="ctr" rtl="0">
                        <a:spcBef>
                          <a:spcPts val="0"/>
                        </a:spcBef>
                        <a:spcAft>
                          <a:spcPts val="0"/>
                        </a:spcAft>
                        <a:buNone/>
                      </a:pPr>
                      <a:r>
                        <a:rPr lang="en-US" sz="1600" u="none" strike="noStrike" cap="none">
                          <a:solidFill>
                            <a:schemeClr val="lt1"/>
                          </a:solidFill>
                          <a:latin typeface="Helvetica Neue"/>
                          <a:ea typeface="Helvetica Neue"/>
                          <a:cs typeface="Helvetica Neue"/>
                          <a:sym typeface="Helvetica Neue"/>
                        </a:rPr>
                        <a:t>CUET IT Business Incubator, Chattogram, Bangladesh</a:t>
                      </a:r>
                      <a:endParaRPr/>
                    </a:p>
                    <a:p>
                      <a:pPr marL="0" marR="0" lvl="0" indent="0" algn="ctr" rtl="0">
                        <a:spcBef>
                          <a:spcPts val="0"/>
                        </a:spcBef>
                        <a:spcAft>
                          <a:spcPts val="0"/>
                        </a:spcAft>
                        <a:buNone/>
                      </a:pPr>
                      <a:r>
                        <a:rPr lang="en-US" sz="1600" u="none" strike="noStrike" cap="none">
                          <a:solidFill>
                            <a:schemeClr val="lt1"/>
                          </a:solidFill>
                          <a:latin typeface="Helvetica Neue"/>
                          <a:ea typeface="Helvetica Neue"/>
                          <a:cs typeface="Helvetica Neue"/>
                          <a:sym typeface="Helvetica Neue"/>
                        </a:rPr>
                        <a:t>25</a:t>
                      </a:r>
                      <a:r>
                        <a:rPr lang="en-US" sz="1600" u="none" strike="noStrike" cap="none" baseline="30000">
                          <a:solidFill>
                            <a:schemeClr val="lt1"/>
                          </a:solidFill>
                          <a:latin typeface="Helvetica Neue"/>
                          <a:ea typeface="Helvetica Neue"/>
                          <a:cs typeface="Helvetica Neue"/>
                          <a:sym typeface="Helvetica Neue"/>
                        </a:rPr>
                        <a:t>th</a:t>
                      </a:r>
                      <a:r>
                        <a:rPr lang="en-US" sz="1600" u="none" strike="noStrike" cap="none">
                          <a:solidFill>
                            <a:schemeClr val="lt1"/>
                          </a:solidFill>
                          <a:latin typeface="Helvetica Neue"/>
                          <a:ea typeface="Helvetica Neue"/>
                          <a:cs typeface="Helvetica Neue"/>
                          <a:sym typeface="Helvetica Neue"/>
                        </a:rPr>
                        <a:t> &amp; 26</a:t>
                      </a:r>
                      <a:r>
                        <a:rPr lang="en-US" sz="1600" u="none" strike="noStrike" cap="none" baseline="30000">
                          <a:solidFill>
                            <a:schemeClr val="lt1"/>
                          </a:solidFill>
                          <a:latin typeface="Helvetica Neue"/>
                          <a:ea typeface="Helvetica Neue"/>
                          <a:cs typeface="Helvetica Neue"/>
                          <a:sym typeface="Helvetica Neue"/>
                        </a:rPr>
                        <a:t>th</a:t>
                      </a:r>
                      <a:r>
                        <a:rPr lang="en-US" sz="1600" u="none" strike="noStrike" cap="none">
                          <a:solidFill>
                            <a:schemeClr val="lt1"/>
                          </a:solidFill>
                          <a:latin typeface="Helvetica Neue"/>
                          <a:ea typeface="Helvetica Neue"/>
                          <a:cs typeface="Helvetica Neue"/>
                          <a:sym typeface="Helvetica Neue"/>
                        </a:rPr>
                        <a:t> September 2024</a:t>
                      </a:r>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86AB3"/>
                    </a:solidFill>
                  </a:tcPr>
                </a:tc>
                <a:extLst>
                  <a:ext uri="{0D108BD9-81ED-4DB2-BD59-A6C34878D82A}">
                    <a16:rowId xmlns:a16="http://schemas.microsoft.com/office/drawing/2014/main" val="10000"/>
                  </a:ext>
                </a:extLst>
              </a:tr>
            </a:tbl>
          </a:graphicData>
        </a:graphic>
      </p:graphicFrame>
      <p:grpSp>
        <p:nvGrpSpPr>
          <p:cNvPr id="237" name="Google Shape;237;p7"/>
          <p:cNvGrpSpPr/>
          <p:nvPr/>
        </p:nvGrpSpPr>
        <p:grpSpPr>
          <a:xfrm>
            <a:off x="11538857" y="5828369"/>
            <a:ext cx="338772" cy="362537"/>
            <a:chOff x="0" y="0"/>
            <a:chExt cx="812800" cy="869819"/>
          </a:xfrm>
        </p:grpSpPr>
        <p:sp>
          <p:nvSpPr>
            <p:cNvPr id="238" name="Google Shape;238;p7"/>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39" name="Google Shape;239;p7"/>
            <p:cNvSpPr txBox="1"/>
            <p:nvPr/>
          </p:nvSpPr>
          <p:spPr>
            <a:xfrm>
              <a:off x="76200" y="52970"/>
              <a:ext cx="660400" cy="735303"/>
            </a:xfrm>
            <a:prstGeom prst="rect">
              <a:avLst/>
            </a:prstGeom>
            <a:noFill/>
            <a:ln>
              <a:noFill/>
            </a:ln>
          </p:spPr>
          <p:txBody>
            <a:bodyPr spcFirstLastPara="1" wrap="square" lIns="33850" tIns="33850" rIns="33850" bIns="33850" anchor="ctr" anchorCtr="0">
              <a:noAutofit/>
            </a:bodyPr>
            <a:lstStyle/>
            <a:p>
              <a:pPr marL="0" marR="0" lvl="0" indent="0" algn="ctr" rtl="0">
                <a:lnSpc>
                  <a:spcPct val="140070"/>
                </a:lnSpc>
                <a:spcBef>
                  <a:spcPts val="0"/>
                </a:spcBef>
                <a:spcAft>
                  <a:spcPts val="0"/>
                </a:spcAft>
                <a:buNone/>
              </a:pPr>
              <a:r>
                <a:rPr lang="en-US" sz="1133">
                  <a:solidFill>
                    <a:srgbClr val="191919"/>
                  </a:solidFill>
                  <a:latin typeface="Arial"/>
                  <a:ea typeface="Arial"/>
                  <a:cs typeface="Arial"/>
                  <a:sym typeface="Arial"/>
                </a:rPr>
                <a:t>6</a:t>
              </a:r>
              <a:endParaRPr/>
            </a:p>
          </p:txBody>
        </p:sp>
      </p:grpSp>
      <p:pic>
        <p:nvPicPr>
          <p:cNvPr id="240" name="Google Shape;240;p7"/>
          <p:cNvPicPr preferRelativeResize="0"/>
          <p:nvPr/>
        </p:nvPicPr>
        <p:blipFill rotWithShape="1">
          <a:blip r:embed="rId4">
            <a:alphaModFix/>
          </a:blip>
          <a:srcRect/>
          <a:stretch/>
        </p:blipFill>
        <p:spPr>
          <a:xfrm>
            <a:off x="132734" y="589296"/>
            <a:ext cx="946917" cy="584383"/>
          </a:xfrm>
          <a:prstGeom prst="rect">
            <a:avLst/>
          </a:prstGeom>
          <a:noFill/>
          <a:ln>
            <a:noFill/>
          </a:ln>
        </p:spPr>
      </p:pic>
      <p:sp>
        <p:nvSpPr>
          <p:cNvPr id="241" name="Google Shape;241;p7"/>
          <p:cNvSpPr/>
          <p:nvPr/>
        </p:nvSpPr>
        <p:spPr>
          <a:xfrm>
            <a:off x="44604" y="6317773"/>
            <a:ext cx="12102790" cy="579120"/>
          </a:xfrm>
          <a:prstGeom prst="rect">
            <a:avLst/>
          </a:prstGeom>
          <a:solidFill>
            <a:srgbClr val="286AB3"/>
          </a:solidFill>
          <a:ln w="12700" cap="flat" cmpd="sng">
            <a:solidFill>
              <a:srgbClr val="0070C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2000"/>
              <a:buFont typeface="Calibri"/>
              <a:buNone/>
            </a:pPr>
            <a:r>
              <a:rPr lang="en-US" sz="2000" b="1">
                <a:solidFill>
                  <a:schemeClr val="lt1"/>
                </a:solidFill>
                <a:latin typeface="Calibri"/>
                <a:ea typeface="Calibri"/>
                <a:cs typeface="Calibri"/>
                <a:sym typeface="Calibri"/>
              </a:rPr>
              <a:t>CUET, Chattogram, Bangladesh</a:t>
            </a:r>
            <a:endParaRPr/>
          </a:p>
          <a:p>
            <a:pPr marL="0" marR="0" lvl="0" indent="0" algn="ctr" rtl="0">
              <a:spcBef>
                <a:spcPts val="0"/>
              </a:spcBef>
              <a:spcAft>
                <a:spcPts val="0"/>
              </a:spcAft>
              <a:buClr>
                <a:schemeClr val="lt1"/>
              </a:buClr>
              <a:buSzPts val="1800"/>
              <a:buFont typeface="Calibri"/>
              <a:buNone/>
            </a:pPr>
            <a:r>
              <a:rPr lang="en-US" sz="1800" b="1">
                <a:solidFill>
                  <a:schemeClr val="lt1"/>
                </a:solidFill>
                <a:latin typeface="Calibri"/>
                <a:ea typeface="Calibri"/>
                <a:cs typeface="Calibri"/>
                <a:sym typeface="Calibri"/>
              </a:rPr>
              <a:t>13</a:t>
            </a:r>
            <a:r>
              <a:rPr lang="en-US" sz="1800" b="1" baseline="30000">
                <a:solidFill>
                  <a:schemeClr val="lt1"/>
                </a:solidFill>
                <a:latin typeface="Calibri"/>
                <a:ea typeface="Calibri"/>
                <a:cs typeface="Calibri"/>
                <a:sym typeface="Calibri"/>
              </a:rPr>
              <a:t>th</a:t>
            </a:r>
            <a:r>
              <a:rPr lang="en-US" sz="1800" b="1">
                <a:solidFill>
                  <a:schemeClr val="lt1"/>
                </a:solidFill>
                <a:latin typeface="Calibri"/>
                <a:ea typeface="Calibri"/>
                <a:cs typeface="Calibri"/>
                <a:sym typeface="Calibri"/>
              </a:rPr>
              <a:t> – 15</a:t>
            </a:r>
            <a:r>
              <a:rPr lang="en-US" sz="1800" b="1" baseline="30000">
                <a:solidFill>
                  <a:schemeClr val="lt1"/>
                </a:solidFill>
                <a:latin typeface="Calibri"/>
                <a:ea typeface="Calibri"/>
                <a:cs typeface="Calibri"/>
                <a:sym typeface="Calibri"/>
              </a:rPr>
              <a:t>th</a:t>
            </a:r>
            <a:r>
              <a:rPr lang="en-US" sz="1800" b="1">
                <a:solidFill>
                  <a:schemeClr val="lt1"/>
                </a:solidFill>
                <a:latin typeface="Calibri"/>
                <a:ea typeface="Calibri"/>
                <a:cs typeface="Calibri"/>
                <a:sym typeface="Calibri"/>
              </a:rPr>
              <a:t> February 2025</a:t>
            </a:r>
            <a:endParaRPr sz="1800">
              <a:solidFill>
                <a:schemeClr val="dk1"/>
              </a:solidFill>
              <a:latin typeface="Calibri"/>
              <a:ea typeface="Calibri"/>
              <a:cs typeface="Calibri"/>
              <a:sym typeface="Calibri"/>
            </a:endParaRPr>
          </a:p>
        </p:txBody>
      </p:sp>
      <p:sp>
        <p:nvSpPr>
          <p:cNvPr id="242" name="Google Shape;242;p7"/>
          <p:cNvSpPr txBox="1">
            <a:spLocks noGrp="1"/>
          </p:cNvSpPr>
          <p:nvPr>
            <p:ph type="dt" idx="10"/>
          </p:nvPr>
        </p:nvSpPr>
        <p:spPr>
          <a:xfrm>
            <a:off x="44604" y="5915810"/>
            <a:ext cx="2876396" cy="412123"/>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sz="2000" b="1">
                <a:solidFill>
                  <a:srgbClr val="002060"/>
                </a:solidFill>
                <a:latin typeface="Times New Roman"/>
                <a:ea typeface="Times New Roman"/>
                <a:cs typeface="Times New Roman"/>
                <a:sym typeface="Times New Roman"/>
              </a:rPr>
              <a:t>13</a:t>
            </a:r>
            <a:r>
              <a:rPr lang="en-US" sz="2000" b="1" baseline="30000">
                <a:solidFill>
                  <a:srgbClr val="002060"/>
                </a:solidFill>
                <a:latin typeface="Times New Roman"/>
                <a:ea typeface="Times New Roman"/>
                <a:cs typeface="Times New Roman"/>
                <a:sym typeface="Times New Roman"/>
              </a:rPr>
              <a:t>th</a:t>
            </a:r>
            <a:r>
              <a:rPr lang="en-US" sz="2000" b="1">
                <a:solidFill>
                  <a:srgbClr val="002060"/>
                </a:solidFill>
                <a:latin typeface="Times New Roman"/>
                <a:ea typeface="Times New Roman"/>
                <a:cs typeface="Times New Roman"/>
                <a:sym typeface="Times New Roman"/>
              </a:rPr>
              <a:t> February 2025</a:t>
            </a:r>
            <a:endParaRPr/>
          </a:p>
        </p:txBody>
      </p:sp>
      <p:sp>
        <p:nvSpPr>
          <p:cNvPr id="243" name="Google Shape;243;p7"/>
          <p:cNvSpPr/>
          <p:nvPr/>
        </p:nvSpPr>
        <p:spPr>
          <a:xfrm>
            <a:off x="10607040" y="671238"/>
            <a:ext cx="1231221" cy="514423"/>
          </a:xfrm>
          <a:prstGeom prst="rect">
            <a:avLst/>
          </a:prstGeom>
          <a:blipFill rotWithShape="1">
            <a:blip r:embed="rId5">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grpSp>
        <p:nvGrpSpPr>
          <p:cNvPr id="249" name="Google Shape;249;p8"/>
          <p:cNvGrpSpPr/>
          <p:nvPr/>
        </p:nvGrpSpPr>
        <p:grpSpPr>
          <a:xfrm>
            <a:off x="0" y="0"/>
            <a:ext cx="12192000" cy="625651"/>
            <a:chOff x="0" y="0"/>
            <a:chExt cx="12192000" cy="625651"/>
          </a:xfrm>
        </p:grpSpPr>
        <p:sp>
          <p:nvSpPr>
            <p:cNvPr id="250" name="Google Shape;250;p8"/>
            <p:cNvSpPr/>
            <p:nvPr/>
          </p:nvSpPr>
          <p:spPr>
            <a:xfrm>
              <a:off x="0" y="0"/>
              <a:ext cx="12192000" cy="441885"/>
            </a:xfrm>
            <a:prstGeom prst="flowChartProcess">
              <a:avLst/>
            </a:prstGeom>
            <a:solidFill>
              <a:srgbClr val="FAA41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1" name="Google Shape;251;p8"/>
            <p:cNvSpPr/>
            <p:nvPr/>
          </p:nvSpPr>
          <p:spPr>
            <a:xfrm>
              <a:off x="7199086" y="441885"/>
              <a:ext cx="4992913" cy="183766"/>
            </a:xfrm>
            <a:prstGeom prst="flowChartProcess">
              <a:avLst/>
            </a:prstGeom>
            <a:solidFill>
              <a:srgbClr val="45448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52" name="Google Shape;252;p8"/>
          <p:cNvSpPr txBox="1">
            <a:spLocks noGrp="1"/>
          </p:cNvSpPr>
          <p:nvPr>
            <p:ph type="title"/>
          </p:nvPr>
        </p:nvSpPr>
        <p:spPr>
          <a:xfrm>
            <a:off x="609600" y="1143000"/>
            <a:ext cx="10972800" cy="10668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002060"/>
              </a:buClr>
              <a:buSzPts val="4000"/>
              <a:buFont typeface="Calibri"/>
              <a:buNone/>
            </a:pPr>
            <a:r>
              <a:rPr lang="en-US" b="1">
                <a:solidFill>
                  <a:srgbClr val="002060"/>
                </a:solidFill>
              </a:rPr>
              <a:t>Outcomes and Impacts</a:t>
            </a:r>
            <a:endParaRPr b="1">
              <a:solidFill>
                <a:srgbClr val="002060"/>
              </a:solidFill>
            </a:endParaRPr>
          </a:p>
        </p:txBody>
      </p:sp>
      <p:pic>
        <p:nvPicPr>
          <p:cNvPr id="253" name="Google Shape;253;p8"/>
          <p:cNvPicPr preferRelativeResize="0"/>
          <p:nvPr/>
        </p:nvPicPr>
        <p:blipFill rotWithShape="1">
          <a:blip r:embed="rId3">
            <a:alphaModFix/>
          </a:blip>
          <a:srcRect/>
          <a:stretch/>
        </p:blipFill>
        <p:spPr>
          <a:xfrm>
            <a:off x="44604" y="6327933"/>
            <a:ext cx="12102790" cy="524107"/>
          </a:xfrm>
          <a:prstGeom prst="rect">
            <a:avLst/>
          </a:prstGeom>
          <a:noFill/>
          <a:ln>
            <a:noFill/>
          </a:ln>
        </p:spPr>
      </p:pic>
      <p:sp>
        <p:nvSpPr>
          <p:cNvPr id="254" name="Google Shape;254;p8"/>
          <p:cNvSpPr/>
          <p:nvPr/>
        </p:nvSpPr>
        <p:spPr>
          <a:xfrm>
            <a:off x="807266" y="2021484"/>
            <a:ext cx="10775134" cy="2811026"/>
          </a:xfrm>
          <a:prstGeom prst="rect">
            <a:avLst/>
          </a:prstGeom>
          <a:noFill/>
          <a:ln>
            <a:noFill/>
          </a:ln>
        </p:spPr>
        <p:txBody>
          <a:bodyPr spcFirstLastPara="1" wrap="square" lIns="91425" tIns="45700" rIns="91425" bIns="45700" anchor="ctr" anchorCtr="0">
            <a:spAutoFit/>
          </a:bodyPr>
          <a:lstStyle/>
          <a:p>
            <a:pPr marL="0" marR="0" lvl="0" indent="0" algn="l" rtl="0">
              <a:lnSpc>
                <a:spcPct val="150000"/>
              </a:lnSpc>
              <a:spcBef>
                <a:spcPts val="0"/>
              </a:spcBef>
              <a:spcAft>
                <a:spcPts val="0"/>
              </a:spcAft>
              <a:buNone/>
            </a:pPr>
            <a:r>
              <a:rPr lang="en-US" sz="2400" b="1" i="0" u="none" strike="noStrike" cap="none">
                <a:solidFill>
                  <a:srgbClr val="C00000"/>
                </a:solidFill>
                <a:latin typeface="Arial"/>
                <a:ea typeface="Arial"/>
                <a:cs typeface="Arial"/>
                <a:sym typeface="Arial"/>
              </a:rPr>
              <a:t>Outcomes</a:t>
            </a:r>
            <a:endParaRPr/>
          </a:p>
          <a:p>
            <a:pPr marL="285750" marR="0" lvl="0" indent="-285750" algn="l" rtl="0">
              <a:lnSpc>
                <a:spcPct val="15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Model achieved 93.3% training accuracy and 90% validation accuracy.</a:t>
            </a:r>
            <a:endParaRPr/>
          </a:p>
          <a:p>
            <a:pPr marL="285750" marR="0" lvl="0" indent="-285750" algn="l" rtl="0">
              <a:lnSpc>
                <a:spcPct val="15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Enhanced flood detection capabilities for disaster management. </a:t>
            </a:r>
            <a:endParaRPr/>
          </a:p>
          <a:p>
            <a:pPr marL="0" marR="0" lvl="0" indent="0" algn="l" rtl="0">
              <a:lnSpc>
                <a:spcPct val="150000"/>
              </a:lnSpc>
              <a:spcBef>
                <a:spcPts val="0"/>
              </a:spcBef>
              <a:spcAft>
                <a:spcPts val="0"/>
              </a:spcAft>
              <a:buNone/>
            </a:pPr>
            <a:r>
              <a:rPr lang="en-US" sz="2400" b="1">
                <a:solidFill>
                  <a:srgbClr val="C00000"/>
                </a:solidFill>
                <a:latin typeface="Arial"/>
                <a:ea typeface="Arial"/>
                <a:cs typeface="Arial"/>
                <a:sym typeface="Arial"/>
              </a:rPr>
              <a:t>Impacts</a:t>
            </a:r>
            <a:endParaRPr sz="2400" b="1" i="0" u="none" strike="noStrike" cap="none">
              <a:solidFill>
                <a:srgbClr val="C00000"/>
              </a:solidFill>
              <a:latin typeface="Arial"/>
              <a:ea typeface="Arial"/>
              <a:cs typeface="Arial"/>
              <a:sym typeface="Arial"/>
            </a:endParaRPr>
          </a:p>
          <a:p>
            <a:pPr marL="285750" marR="0" lvl="0" indent="-285750" algn="l" rtl="0">
              <a:lnSpc>
                <a:spcPct val="15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Improved emergency response and resource allocation.</a:t>
            </a:r>
            <a:endParaRPr/>
          </a:p>
          <a:p>
            <a:pPr marL="285750" marR="0" lvl="0" indent="-285750" algn="l" rtl="0">
              <a:lnSpc>
                <a:spcPct val="15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Potential for global application in flood-prone areas.</a:t>
            </a:r>
            <a:endParaRPr sz="1800" b="1" i="0" u="none" strike="noStrike" cap="none">
              <a:solidFill>
                <a:schemeClr val="dk1"/>
              </a:solidFill>
              <a:latin typeface="Arial"/>
              <a:ea typeface="Arial"/>
              <a:cs typeface="Arial"/>
              <a:sym typeface="Arial"/>
            </a:endParaRPr>
          </a:p>
        </p:txBody>
      </p:sp>
      <p:graphicFrame>
        <p:nvGraphicFramePr>
          <p:cNvPr id="255" name="Google Shape;255;p8"/>
          <p:cNvGraphicFramePr/>
          <p:nvPr/>
        </p:nvGraphicFramePr>
        <p:xfrm>
          <a:off x="44604" y="6330906"/>
          <a:ext cx="12102800" cy="579130"/>
        </p:xfrm>
        <a:graphic>
          <a:graphicData uri="http://schemas.openxmlformats.org/drawingml/2006/table">
            <a:tbl>
              <a:tblPr firstRow="1" bandRow="1">
                <a:noFill/>
                <a:tableStyleId>{30D69AD8-29A4-4AA7-B508-2EB6D6330799}</a:tableStyleId>
              </a:tblPr>
              <a:tblGrid>
                <a:gridCol w="12102800">
                  <a:extLst>
                    <a:ext uri="{9D8B030D-6E8A-4147-A177-3AD203B41FA5}">
                      <a16:colId xmlns:a16="http://schemas.microsoft.com/office/drawing/2014/main" val="20000"/>
                    </a:ext>
                  </a:extLst>
                </a:gridCol>
              </a:tblGrid>
              <a:tr h="524100">
                <a:tc>
                  <a:txBody>
                    <a:bodyPr/>
                    <a:lstStyle/>
                    <a:p>
                      <a:pPr marL="0" marR="0" lvl="0" indent="0" algn="ctr" rtl="0">
                        <a:spcBef>
                          <a:spcPts val="0"/>
                        </a:spcBef>
                        <a:spcAft>
                          <a:spcPts val="0"/>
                        </a:spcAft>
                        <a:buNone/>
                      </a:pPr>
                      <a:r>
                        <a:rPr lang="en-US" sz="1600" u="none" strike="noStrike" cap="none">
                          <a:solidFill>
                            <a:schemeClr val="lt1"/>
                          </a:solidFill>
                          <a:latin typeface="Helvetica Neue"/>
                          <a:ea typeface="Helvetica Neue"/>
                          <a:cs typeface="Helvetica Neue"/>
                          <a:sym typeface="Helvetica Neue"/>
                        </a:rPr>
                        <a:t>CUET IT Business Incubator, Chattogram, Bangladesh</a:t>
                      </a:r>
                      <a:endParaRPr/>
                    </a:p>
                    <a:p>
                      <a:pPr marL="0" marR="0" lvl="0" indent="0" algn="ctr" rtl="0">
                        <a:spcBef>
                          <a:spcPts val="0"/>
                        </a:spcBef>
                        <a:spcAft>
                          <a:spcPts val="0"/>
                        </a:spcAft>
                        <a:buNone/>
                      </a:pPr>
                      <a:r>
                        <a:rPr lang="en-US" sz="1600" u="none" strike="noStrike" cap="none">
                          <a:solidFill>
                            <a:schemeClr val="lt1"/>
                          </a:solidFill>
                          <a:latin typeface="Helvetica Neue"/>
                          <a:ea typeface="Helvetica Neue"/>
                          <a:cs typeface="Helvetica Neue"/>
                          <a:sym typeface="Helvetica Neue"/>
                        </a:rPr>
                        <a:t>25</a:t>
                      </a:r>
                      <a:r>
                        <a:rPr lang="en-US" sz="1600" u="none" strike="noStrike" cap="none" baseline="30000">
                          <a:solidFill>
                            <a:schemeClr val="lt1"/>
                          </a:solidFill>
                          <a:latin typeface="Helvetica Neue"/>
                          <a:ea typeface="Helvetica Neue"/>
                          <a:cs typeface="Helvetica Neue"/>
                          <a:sym typeface="Helvetica Neue"/>
                        </a:rPr>
                        <a:t>th</a:t>
                      </a:r>
                      <a:r>
                        <a:rPr lang="en-US" sz="1600" u="none" strike="noStrike" cap="none">
                          <a:solidFill>
                            <a:schemeClr val="lt1"/>
                          </a:solidFill>
                          <a:latin typeface="Helvetica Neue"/>
                          <a:ea typeface="Helvetica Neue"/>
                          <a:cs typeface="Helvetica Neue"/>
                          <a:sym typeface="Helvetica Neue"/>
                        </a:rPr>
                        <a:t> &amp; 26</a:t>
                      </a:r>
                      <a:r>
                        <a:rPr lang="en-US" sz="1600" u="none" strike="noStrike" cap="none" baseline="30000">
                          <a:solidFill>
                            <a:schemeClr val="lt1"/>
                          </a:solidFill>
                          <a:latin typeface="Helvetica Neue"/>
                          <a:ea typeface="Helvetica Neue"/>
                          <a:cs typeface="Helvetica Neue"/>
                          <a:sym typeface="Helvetica Neue"/>
                        </a:rPr>
                        <a:t>th</a:t>
                      </a:r>
                      <a:r>
                        <a:rPr lang="en-US" sz="1600" u="none" strike="noStrike" cap="none">
                          <a:solidFill>
                            <a:schemeClr val="lt1"/>
                          </a:solidFill>
                          <a:latin typeface="Helvetica Neue"/>
                          <a:ea typeface="Helvetica Neue"/>
                          <a:cs typeface="Helvetica Neue"/>
                          <a:sym typeface="Helvetica Neue"/>
                        </a:rPr>
                        <a:t> September 2024</a:t>
                      </a:r>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86AB3"/>
                    </a:solidFill>
                  </a:tcPr>
                </a:tc>
                <a:extLst>
                  <a:ext uri="{0D108BD9-81ED-4DB2-BD59-A6C34878D82A}">
                    <a16:rowId xmlns:a16="http://schemas.microsoft.com/office/drawing/2014/main" val="10000"/>
                  </a:ext>
                </a:extLst>
              </a:tr>
            </a:tbl>
          </a:graphicData>
        </a:graphic>
      </p:graphicFrame>
      <p:grpSp>
        <p:nvGrpSpPr>
          <p:cNvPr id="256" name="Google Shape;256;p8"/>
          <p:cNvGrpSpPr/>
          <p:nvPr/>
        </p:nvGrpSpPr>
        <p:grpSpPr>
          <a:xfrm>
            <a:off x="11538857" y="5828369"/>
            <a:ext cx="338772" cy="362537"/>
            <a:chOff x="0" y="0"/>
            <a:chExt cx="812800" cy="869819"/>
          </a:xfrm>
        </p:grpSpPr>
        <p:sp>
          <p:nvSpPr>
            <p:cNvPr id="257" name="Google Shape;257;p8"/>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58" name="Google Shape;258;p8"/>
            <p:cNvSpPr txBox="1"/>
            <p:nvPr/>
          </p:nvSpPr>
          <p:spPr>
            <a:xfrm>
              <a:off x="76200" y="52970"/>
              <a:ext cx="660400" cy="735303"/>
            </a:xfrm>
            <a:prstGeom prst="rect">
              <a:avLst/>
            </a:prstGeom>
            <a:noFill/>
            <a:ln>
              <a:noFill/>
            </a:ln>
          </p:spPr>
          <p:txBody>
            <a:bodyPr spcFirstLastPara="1" wrap="square" lIns="33850" tIns="33850" rIns="33850" bIns="33850" anchor="ctr" anchorCtr="0">
              <a:noAutofit/>
            </a:bodyPr>
            <a:lstStyle/>
            <a:p>
              <a:pPr marL="0" marR="0" lvl="0" indent="0" algn="ctr" rtl="0">
                <a:lnSpc>
                  <a:spcPct val="140070"/>
                </a:lnSpc>
                <a:spcBef>
                  <a:spcPts val="0"/>
                </a:spcBef>
                <a:spcAft>
                  <a:spcPts val="0"/>
                </a:spcAft>
                <a:buNone/>
              </a:pPr>
              <a:r>
                <a:rPr lang="en-US" sz="1133">
                  <a:solidFill>
                    <a:srgbClr val="191919"/>
                  </a:solidFill>
                  <a:latin typeface="Arial"/>
                  <a:ea typeface="Arial"/>
                  <a:cs typeface="Arial"/>
                  <a:sym typeface="Arial"/>
                </a:rPr>
                <a:t>7</a:t>
              </a:r>
              <a:endParaRPr/>
            </a:p>
          </p:txBody>
        </p:sp>
      </p:grpSp>
      <p:pic>
        <p:nvPicPr>
          <p:cNvPr id="259" name="Google Shape;259;p8"/>
          <p:cNvPicPr preferRelativeResize="0"/>
          <p:nvPr/>
        </p:nvPicPr>
        <p:blipFill rotWithShape="1">
          <a:blip r:embed="rId4">
            <a:alphaModFix/>
          </a:blip>
          <a:srcRect/>
          <a:stretch/>
        </p:blipFill>
        <p:spPr>
          <a:xfrm>
            <a:off x="132734" y="589296"/>
            <a:ext cx="946917" cy="584383"/>
          </a:xfrm>
          <a:prstGeom prst="rect">
            <a:avLst/>
          </a:prstGeom>
          <a:noFill/>
          <a:ln>
            <a:noFill/>
          </a:ln>
        </p:spPr>
      </p:pic>
      <p:sp>
        <p:nvSpPr>
          <p:cNvPr id="260" name="Google Shape;260;p8"/>
          <p:cNvSpPr/>
          <p:nvPr/>
        </p:nvSpPr>
        <p:spPr>
          <a:xfrm>
            <a:off x="44604" y="6317773"/>
            <a:ext cx="12102790" cy="579120"/>
          </a:xfrm>
          <a:prstGeom prst="rect">
            <a:avLst/>
          </a:prstGeom>
          <a:solidFill>
            <a:srgbClr val="286AB3"/>
          </a:solidFill>
          <a:ln w="12700" cap="flat" cmpd="sng">
            <a:solidFill>
              <a:srgbClr val="0070C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2000"/>
              <a:buFont typeface="Calibri"/>
              <a:buNone/>
            </a:pPr>
            <a:r>
              <a:rPr lang="en-US" sz="2000" b="1">
                <a:solidFill>
                  <a:schemeClr val="lt1"/>
                </a:solidFill>
                <a:latin typeface="Calibri"/>
                <a:ea typeface="Calibri"/>
                <a:cs typeface="Calibri"/>
                <a:sym typeface="Calibri"/>
              </a:rPr>
              <a:t>CUET, Chattogram, Bangladesh</a:t>
            </a:r>
            <a:endParaRPr/>
          </a:p>
          <a:p>
            <a:pPr marL="0" marR="0" lvl="0" indent="0" algn="ctr" rtl="0">
              <a:spcBef>
                <a:spcPts val="0"/>
              </a:spcBef>
              <a:spcAft>
                <a:spcPts val="0"/>
              </a:spcAft>
              <a:buClr>
                <a:schemeClr val="lt1"/>
              </a:buClr>
              <a:buSzPts val="1800"/>
              <a:buFont typeface="Calibri"/>
              <a:buNone/>
            </a:pPr>
            <a:r>
              <a:rPr lang="en-US" sz="1800" b="1">
                <a:solidFill>
                  <a:schemeClr val="lt1"/>
                </a:solidFill>
                <a:latin typeface="Calibri"/>
                <a:ea typeface="Calibri"/>
                <a:cs typeface="Calibri"/>
                <a:sym typeface="Calibri"/>
              </a:rPr>
              <a:t>13</a:t>
            </a:r>
            <a:r>
              <a:rPr lang="en-US" sz="1800" b="1" baseline="30000">
                <a:solidFill>
                  <a:schemeClr val="lt1"/>
                </a:solidFill>
                <a:latin typeface="Calibri"/>
                <a:ea typeface="Calibri"/>
                <a:cs typeface="Calibri"/>
                <a:sym typeface="Calibri"/>
              </a:rPr>
              <a:t>th</a:t>
            </a:r>
            <a:r>
              <a:rPr lang="en-US" sz="1800" b="1">
                <a:solidFill>
                  <a:schemeClr val="lt1"/>
                </a:solidFill>
                <a:latin typeface="Calibri"/>
                <a:ea typeface="Calibri"/>
                <a:cs typeface="Calibri"/>
                <a:sym typeface="Calibri"/>
              </a:rPr>
              <a:t> – 15</a:t>
            </a:r>
            <a:r>
              <a:rPr lang="en-US" sz="1800" b="1" baseline="30000">
                <a:solidFill>
                  <a:schemeClr val="lt1"/>
                </a:solidFill>
                <a:latin typeface="Calibri"/>
                <a:ea typeface="Calibri"/>
                <a:cs typeface="Calibri"/>
                <a:sym typeface="Calibri"/>
              </a:rPr>
              <a:t>th</a:t>
            </a:r>
            <a:r>
              <a:rPr lang="en-US" sz="1800" b="1">
                <a:solidFill>
                  <a:schemeClr val="lt1"/>
                </a:solidFill>
                <a:latin typeface="Calibri"/>
                <a:ea typeface="Calibri"/>
                <a:cs typeface="Calibri"/>
                <a:sym typeface="Calibri"/>
              </a:rPr>
              <a:t> February 2025</a:t>
            </a:r>
            <a:endParaRPr sz="1800">
              <a:solidFill>
                <a:schemeClr val="dk1"/>
              </a:solidFill>
              <a:latin typeface="Calibri"/>
              <a:ea typeface="Calibri"/>
              <a:cs typeface="Calibri"/>
              <a:sym typeface="Calibri"/>
            </a:endParaRPr>
          </a:p>
        </p:txBody>
      </p:sp>
      <p:sp>
        <p:nvSpPr>
          <p:cNvPr id="261" name="Google Shape;261;p8"/>
          <p:cNvSpPr txBox="1">
            <a:spLocks noGrp="1"/>
          </p:cNvSpPr>
          <p:nvPr>
            <p:ph type="dt" idx="10"/>
          </p:nvPr>
        </p:nvSpPr>
        <p:spPr>
          <a:xfrm>
            <a:off x="44604" y="5915810"/>
            <a:ext cx="2876396" cy="412123"/>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sz="2000" b="1">
                <a:solidFill>
                  <a:srgbClr val="002060"/>
                </a:solidFill>
                <a:latin typeface="Times New Roman"/>
                <a:ea typeface="Times New Roman"/>
                <a:cs typeface="Times New Roman"/>
                <a:sym typeface="Times New Roman"/>
              </a:rPr>
              <a:t>13</a:t>
            </a:r>
            <a:r>
              <a:rPr lang="en-US" sz="2000" b="1" baseline="30000">
                <a:solidFill>
                  <a:srgbClr val="002060"/>
                </a:solidFill>
                <a:latin typeface="Times New Roman"/>
                <a:ea typeface="Times New Roman"/>
                <a:cs typeface="Times New Roman"/>
                <a:sym typeface="Times New Roman"/>
              </a:rPr>
              <a:t>th</a:t>
            </a:r>
            <a:r>
              <a:rPr lang="en-US" sz="2000" b="1">
                <a:solidFill>
                  <a:srgbClr val="002060"/>
                </a:solidFill>
                <a:latin typeface="Times New Roman"/>
                <a:ea typeface="Times New Roman"/>
                <a:cs typeface="Times New Roman"/>
                <a:sym typeface="Times New Roman"/>
              </a:rPr>
              <a:t> February 2025</a:t>
            </a:r>
            <a:endParaRPr/>
          </a:p>
        </p:txBody>
      </p:sp>
      <p:sp>
        <p:nvSpPr>
          <p:cNvPr id="262" name="Google Shape;262;p8"/>
          <p:cNvSpPr/>
          <p:nvPr/>
        </p:nvSpPr>
        <p:spPr>
          <a:xfrm>
            <a:off x="10607040" y="671238"/>
            <a:ext cx="1231221" cy="514423"/>
          </a:xfrm>
          <a:prstGeom prst="rect">
            <a:avLst/>
          </a:prstGeom>
          <a:blipFill rotWithShape="1">
            <a:blip r:embed="rId5">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grpSp>
        <p:nvGrpSpPr>
          <p:cNvPr id="268" name="Google Shape;268;p9"/>
          <p:cNvGrpSpPr/>
          <p:nvPr/>
        </p:nvGrpSpPr>
        <p:grpSpPr>
          <a:xfrm>
            <a:off x="0" y="0"/>
            <a:ext cx="12192000" cy="625651"/>
            <a:chOff x="0" y="0"/>
            <a:chExt cx="12192000" cy="625651"/>
          </a:xfrm>
        </p:grpSpPr>
        <p:sp>
          <p:nvSpPr>
            <p:cNvPr id="269" name="Google Shape;269;p9"/>
            <p:cNvSpPr/>
            <p:nvPr/>
          </p:nvSpPr>
          <p:spPr>
            <a:xfrm>
              <a:off x="0" y="0"/>
              <a:ext cx="12192000" cy="441885"/>
            </a:xfrm>
            <a:prstGeom prst="flowChartProcess">
              <a:avLst/>
            </a:prstGeom>
            <a:solidFill>
              <a:srgbClr val="FAA41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0" name="Google Shape;270;p9"/>
            <p:cNvSpPr/>
            <p:nvPr/>
          </p:nvSpPr>
          <p:spPr>
            <a:xfrm>
              <a:off x="7199086" y="441885"/>
              <a:ext cx="4992913" cy="183766"/>
            </a:xfrm>
            <a:prstGeom prst="flowChartProcess">
              <a:avLst/>
            </a:prstGeom>
            <a:solidFill>
              <a:srgbClr val="45448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71" name="Google Shape;271;p9"/>
          <p:cNvSpPr txBox="1">
            <a:spLocks noGrp="1"/>
          </p:cNvSpPr>
          <p:nvPr>
            <p:ph type="title"/>
          </p:nvPr>
        </p:nvSpPr>
        <p:spPr>
          <a:xfrm>
            <a:off x="609600" y="1143000"/>
            <a:ext cx="10972800" cy="10668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002060"/>
              </a:buClr>
              <a:buSzPts val="4000"/>
              <a:buFont typeface="Calibri"/>
              <a:buNone/>
            </a:pPr>
            <a:r>
              <a:rPr lang="en-US" b="1">
                <a:solidFill>
                  <a:srgbClr val="002060"/>
                </a:solidFill>
              </a:rPr>
              <a:t>Methodology</a:t>
            </a:r>
            <a:endParaRPr b="1">
              <a:solidFill>
                <a:srgbClr val="002060"/>
              </a:solidFill>
            </a:endParaRPr>
          </a:p>
        </p:txBody>
      </p:sp>
      <p:pic>
        <p:nvPicPr>
          <p:cNvPr id="272" name="Google Shape;272;p9"/>
          <p:cNvPicPr preferRelativeResize="0"/>
          <p:nvPr/>
        </p:nvPicPr>
        <p:blipFill rotWithShape="1">
          <a:blip r:embed="rId3">
            <a:alphaModFix/>
          </a:blip>
          <a:srcRect/>
          <a:stretch/>
        </p:blipFill>
        <p:spPr>
          <a:xfrm>
            <a:off x="44604" y="6327933"/>
            <a:ext cx="12102790" cy="524107"/>
          </a:xfrm>
          <a:prstGeom prst="rect">
            <a:avLst/>
          </a:prstGeom>
          <a:noFill/>
          <a:ln>
            <a:noFill/>
          </a:ln>
        </p:spPr>
      </p:pic>
      <p:sp>
        <p:nvSpPr>
          <p:cNvPr id="273" name="Google Shape;273;p9"/>
          <p:cNvSpPr/>
          <p:nvPr/>
        </p:nvSpPr>
        <p:spPr>
          <a:xfrm>
            <a:off x="6139248" y="1775659"/>
            <a:ext cx="5431369" cy="3780522"/>
          </a:xfrm>
          <a:prstGeom prst="rect">
            <a:avLst/>
          </a:prstGeom>
          <a:noFill/>
          <a:ln>
            <a:noFill/>
          </a:ln>
        </p:spPr>
        <p:txBody>
          <a:bodyPr spcFirstLastPara="1" wrap="square" lIns="91425" tIns="45700" rIns="91425" bIns="45700" anchor="ctr" anchorCtr="0">
            <a:spAutoFit/>
          </a:bodyPr>
          <a:lstStyle/>
          <a:p>
            <a:pPr marL="0" marR="0" lvl="0" indent="0" algn="just" rtl="0">
              <a:lnSpc>
                <a:spcPct val="150000"/>
              </a:lnSpc>
              <a:spcBef>
                <a:spcPts val="0"/>
              </a:spcBef>
              <a:spcAft>
                <a:spcPts val="0"/>
              </a:spcAft>
              <a:buNone/>
            </a:pPr>
            <a:r>
              <a:rPr lang="en-US" sz="1800" b="1" i="0" u="none" strike="noStrike" cap="none">
                <a:solidFill>
                  <a:srgbClr val="7030A0"/>
                </a:solidFill>
                <a:latin typeface="Arial"/>
                <a:ea typeface="Arial"/>
                <a:cs typeface="Arial"/>
                <a:sym typeface="Arial"/>
              </a:rPr>
              <a:t>Dataset Used: </a:t>
            </a:r>
            <a:r>
              <a:rPr lang="en-US" sz="1800" b="1" i="0" u="none" strike="noStrike" cap="none">
                <a:solidFill>
                  <a:srgbClr val="C00000"/>
                </a:solidFill>
                <a:latin typeface="Arial"/>
                <a:ea typeface="Arial"/>
                <a:cs typeface="Arial"/>
                <a:sym typeface="Arial"/>
              </a:rPr>
              <a:t>290 satellite images from Feni district, Bangladesh.</a:t>
            </a:r>
            <a:endParaRPr/>
          </a:p>
          <a:p>
            <a:pPr marL="0" marR="0" lvl="0" indent="0" algn="just" rtl="0">
              <a:lnSpc>
                <a:spcPct val="150000"/>
              </a:lnSpc>
              <a:spcBef>
                <a:spcPts val="0"/>
              </a:spcBef>
              <a:spcAft>
                <a:spcPts val="0"/>
              </a:spcAft>
              <a:buNone/>
            </a:pPr>
            <a:r>
              <a:rPr lang="en-US" sz="1800" b="1" i="0" u="none" strike="noStrike" cap="none">
                <a:solidFill>
                  <a:srgbClr val="7030A0"/>
                </a:solidFill>
                <a:latin typeface="Arial"/>
                <a:ea typeface="Arial"/>
                <a:cs typeface="Arial"/>
                <a:sym typeface="Arial"/>
              </a:rPr>
              <a:t>Number of images: </a:t>
            </a:r>
            <a:r>
              <a:rPr lang="en-US" sz="1800" b="1" i="0" u="none" strike="noStrike" cap="none">
                <a:solidFill>
                  <a:srgbClr val="C00000"/>
                </a:solidFill>
                <a:latin typeface="Arial"/>
                <a:ea typeface="Arial"/>
                <a:cs typeface="Arial"/>
                <a:sym typeface="Arial"/>
              </a:rPr>
              <a:t>290</a:t>
            </a:r>
            <a:endParaRPr/>
          </a:p>
          <a:p>
            <a:pPr marL="0" marR="0" lvl="0" indent="0" algn="just" rtl="0">
              <a:lnSpc>
                <a:spcPct val="150000"/>
              </a:lnSpc>
              <a:spcBef>
                <a:spcPts val="0"/>
              </a:spcBef>
              <a:spcAft>
                <a:spcPts val="0"/>
              </a:spcAft>
              <a:buNone/>
            </a:pPr>
            <a:r>
              <a:rPr lang="en-US" sz="1800" b="1" i="0" u="none" strike="noStrike" cap="none">
                <a:solidFill>
                  <a:srgbClr val="7030A0"/>
                </a:solidFill>
                <a:latin typeface="Arial"/>
                <a:ea typeface="Arial"/>
                <a:cs typeface="Arial"/>
                <a:sym typeface="Arial"/>
              </a:rPr>
              <a:t>Image size used: </a:t>
            </a:r>
            <a:r>
              <a:rPr lang="en-US" sz="1800" b="1" i="0" u="none" strike="noStrike" cap="none">
                <a:solidFill>
                  <a:srgbClr val="C00000"/>
                </a:solidFill>
                <a:latin typeface="Arial"/>
                <a:ea typeface="Arial"/>
                <a:cs typeface="Arial"/>
                <a:sym typeface="Arial"/>
              </a:rPr>
              <a:t>224x224 pixels.</a:t>
            </a:r>
            <a:endParaRPr/>
          </a:p>
          <a:p>
            <a:pPr marL="0" marR="0" lvl="0" indent="0" algn="just" rtl="0">
              <a:lnSpc>
                <a:spcPct val="150000"/>
              </a:lnSpc>
              <a:spcBef>
                <a:spcPts val="0"/>
              </a:spcBef>
              <a:spcAft>
                <a:spcPts val="0"/>
              </a:spcAft>
              <a:buNone/>
            </a:pPr>
            <a:r>
              <a:rPr lang="en-US" sz="1800" b="1" i="0" u="none" strike="noStrike" cap="none">
                <a:solidFill>
                  <a:srgbClr val="7030A0"/>
                </a:solidFill>
                <a:latin typeface="Arial"/>
                <a:ea typeface="Arial"/>
                <a:cs typeface="Arial"/>
                <a:sym typeface="Arial"/>
              </a:rPr>
              <a:t>Image format: </a:t>
            </a:r>
            <a:r>
              <a:rPr lang="en-US" sz="1800" b="1" i="0" u="none" strike="noStrike" cap="none">
                <a:solidFill>
                  <a:srgbClr val="C00000"/>
                </a:solidFill>
                <a:latin typeface="Arial"/>
                <a:ea typeface="Arial"/>
                <a:cs typeface="Arial"/>
                <a:sym typeface="Arial"/>
              </a:rPr>
              <a:t>RGB</a:t>
            </a:r>
            <a:endParaRPr/>
          </a:p>
          <a:p>
            <a:pPr marL="0" marR="0" lvl="0" indent="0" algn="just" rtl="0">
              <a:lnSpc>
                <a:spcPct val="150000"/>
              </a:lnSpc>
              <a:spcBef>
                <a:spcPts val="0"/>
              </a:spcBef>
              <a:spcAft>
                <a:spcPts val="0"/>
              </a:spcAft>
              <a:buNone/>
            </a:pPr>
            <a:r>
              <a:rPr lang="en-US" sz="1800" b="1" i="0" u="none" strike="noStrike" cap="none">
                <a:solidFill>
                  <a:srgbClr val="7030A0"/>
                </a:solidFill>
                <a:latin typeface="Arial"/>
                <a:ea typeface="Arial"/>
                <a:cs typeface="Arial"/>
                <a:sym typeface="Arial"/>
              </a:rPr>
              <a:t>Data source: </a:t>
            </a:r>
            <a:r>
              <a:rPr lang="en-US" sz="1800" b="1" i="0" u="none" strike="noStrike" cap="none">
                <a:solidFill>
                  <a:srgbClr val="C00000"/>
                </a:solidFill>
                <a:latin typeface="Arial"/>
                <a:ea typeface="Arial"/>
                <a:cs typeface="Arial"/>
                <a:sym typeface="Arial"/>
              </a:rPr>
              <a:t>Kaggle</a:t>
            </a:r>
            <a:endParaRPr/>
          </a:p>
          <a:p>
            <a:pPr marL="0" marR="0" lvl="0" indent="0" algn="just" rtl="0">
              <a:lnSpc>
                <a:spcPct val="150000"/>
              </a:lnSpc>
              <a:spcBef>
                <a:spcPts val="0"/>
              </a:spcBef>
              <a:spcAft>
                <a:spcPts val="0"/>
              </a:spcAft>
              <a:buNone/>
            </a:pPr>
            <a:r>
              <a:rPr lang="en-US" sz="1800" b="1" i="0" u="none" strike="noStrike" cap="none">
                <a:solidFill>
                  <a:srgbClr val="C00000"/>
                </a:solidFill>
                <a:latin typeface="Arial"/>
                <a:ea typeface="Arial"/>
                <a:cs typeface="Arial"/>
                <a:sym typeface="Arial"/>
              </a:rPr>
              <a:t>Data Split:</a:t>
            </a:r>
            <a:endParaRPr/>
          </a:p>
          <a:p>
            <a:pPr marL="285750" marR="0" lvl="0" indent="-285750" algn="just" rtl="0">
              <a:lnSpc>
                <a:spcPct val="150000"/>
              </a:lnSpc>
              <a:spcBef>
                <a:spcPts val="0"/>
              </a:spcBef>
              <a:spcAft>
                <a:spcPts val="0"/>
              </a:spcAft>
              <a:buClr>
                <a:srgbClr val="7030A0"/>
              </a:buClr>
              <a:buSzPts val="1800"/>
              <a:buFont typeface="Noto Sans Symbols"/>
              <a:buChar char="⮚"/>
            </a:pPr>
            <a:r>
              <a:rPr lang="en-US" sz="1800" b="1" i="0" u="none" strike="noStrike" cap="none">
                <a:solidFill>
                  <a:srgbClr val="7030A0"/>
                </a:solidFill>
                <a:latin typeface="Arial"/>
                <a:ea typeface="Arial"/>
                <a:cs typeface="Arial"/>
                <a:sym typeface="Arial"/>
              </a:rPr>
              <a:t>Training Set: 80% of the dataset.        </a:t>
            </a:r>
            <a:endParaRPr/>
          </a:p>
          <a:p>
            <a:pPr marL="285750" marR="0" lvl="0" indent="-285750" algn="just" rtl="0">
              <a:lnSpc>
                <a:spcPct val="150000"/>
              </a:lnSpc>
              <a:spcBef>
                <a:spcPts val="0"/>
              </a:spcBef>
              <a:spcAft>
                <a:spcPts val="0"/>
              </a:spcAft>
              <a:buClr>
                <a:srgbClr val="7030A0"/>
              </a:buClr>
              <a:buSzPts val="1800"/>
              <a:buFont typeface="Noto Sans Symbols"/>
              <a:buChar char="⮚"/>
            </a:pPr>
            <a:r>
              <a:rPr lang="en-US" sz="1800" b="1" i="0" u="none" strike="noStrike" cap="none">
                <a:solidFill>
                  <a:srgbClr val="7030A0"/>
                </a:solidFill>
                <a:latin typeface="Arial"/>
                <a:ea typeface="Arial"/>
                <a:cs typeface="Arial"/>
                <a:sym typeface="Arial"/>
              </a:rPr>
              <a:t>Testing Set:  20% of the dataset.</a:t>
            </a:r>
            <a:endParaRPr sz="1800" b="1">
              <a:solidFill>
                <a:srgbClr val="7030A0"/>
              </a:solidFill>
              <a:latin typeface="Arial"/>
              <a:ea typeface="Arial"/>
              <a:cs typeface="Arial"/>
              <a:sym typeface="Arial"/>
            </a:endParaRPr>
          </a:p>
        </p:txBody>
      </p:sp>
      <p:graphicFrame>
        <p:nvGraphicFramePr>
          <p:cNvPr id="274" name="Google Shape;274;p9"/>
          <p:cNvGraphicFramePr/>
          <p:nvPr/>
        </p:nvGraphicFramePr>
        <p:xfrm>
          <a:off x="44604" y="6330906"/>
          <a:ext cx="12102800" cy="579130"/>
        </p:xfrm>
        <a:graphic>
          <a:graphicData uri="http://schemas.openxmlformats.org/drawingml/2006/table">
            <a:tbl>
              <a:tblPr firstRow="1" bandRow="1">
                <a:noFill/>
                <a:tableStyleId>{30D69AD8-29A4-4AA7-B508-2EB6D6330799}</a:tableStyleId>
              </a:tblPr>
              <a:tblGrid>
                <a:gridCol w="12102800">
                  <a:extLst>
                    <a:ext uri="{9D8B030D-6E8A-4147-A177-3AD203B41FA5}">
                      <a16:colId xmlns:a16="http://schemas.microsoft.com/office/drawing/2014/main" val="20000"/>
                    </a:ext>
                  </a:extLst>
                </a:gridCol>
              </a:tblGrid>
              <a:tr h="524100">
                <a:tc>
                  <a:txBody>
                    <a:bodyPr/>
                    <a:lstStyle/>
                    <a:p>
                      <a:pPr marL="0" marR="0" lvl="0" indent="0" algn="ctr" rtl="0">
                        <a:spcBef>
                          <a:spcPts val="0"/>
                        </a:spcBef>
                        <a:spcAft>
                          <a:spcPts val="0"/>
                        </a:spcAft>
                        <a:buNone/>
                      </a:pPr>
                      <a:r>
                        <a:rPr lang="en-US" sz="1600" u="none" strike="noStrike" cap="none">
                          <a:solidFill>
                            <a:schemeClr val="lt1"/>
                          </a:solidFill>
                          <a:latin typeface="Helvetica Neue"/>
                          <a:ea typeface="Helvetica Neue"/>
                          <a:cs typeface="Helvetica Neue"/>
                          <a:sym typeface="Helvetica Neue"/>
                        </a:rPr>
                        <a:t>CUET IT Business Incubator, Chattogram, Bangladesh</a:t>
                      </a:r>
                      <a:endParaRPr/>
                    </a:p>
                    <a:p>
                      <a:pPr marL="0" marR="0" lvl="0" indent="0" algn="ctr" rtl="0">
                        <a:spcBef>
                          <a:spcPts val="0"/>
                        </a:spcBef>
                        <a:spcAft>
                          <a:spcPts val="0"/>
                        </a:spcAft>
                        <a:buNone/>
                      </a:pPr>
                      <a:r>
                        <a:rPr lang="en-US" sz="1600" u="none" strike="noStrike" cap="none">
                          <a:solidFill>
                            <a:schemeClr val="lt1"/>
                          </a:solidFill>
                          <a:latin typeface="Helvetica Neue"/>
                          <a:ea typeface="Helvetica Neue"/>
                          <a:cs typeface="Helvetica Neue"/>
                          <a:sym typeface="Helvetica Neue"/>
                        </a:rPr>
                        <a:t>25</a:t>
                      </a:r>
                      <a:r>
                        <a:rPr lang="en-US" sz="1600" u="none" strike="noStrike" cap="none" baseline="30000">
                          <a:solidFill>
                            <a:schemeClr val="lt1"/>
                          </a:solidFill>
                          <a:latin typeface="Helvetica Neue"/>
                          <a:ea typeface="Helvetica Neue"/>
                          <a:cs typeface="Helvetica Neue"/>
                          <a:sym typeface="Helvetica Neue"/>
                        </a:rPr>
                        <a:t>th</a:t>
                      </a:r>
                      <a:r>
                        <a:rPr lang="en-US" sz="1600" u="none" strike="noStrike" cap="none">
                          <a:solidFill>
                            <a:schemeClr val="lt1"/>
                          </a:solidFill>
                          <a:latin typeface="Helvetica Neue"/>
                          <a:ea typeface="Helvetica Neue"/>
                          <a:cs typeface="Helvetica Neue"/>
                          <a:sym typeface="Helvetica Neue"/>
                        </a:rPr>
                        <a:t> &amp; 26</a:t>
                      </a:r>
                      <a:r>
                        <a:rPr lang="en-US" sz="1600" u="none" strike="noStrike" cap="none" baseline="30000">
                          <a:solidFill>
                            <a:schemeClr val="lt1"/>
                          </a:solidFill>
                          <a:latin typeface="Helvetica Neue"/>
                          <a:ea typeface="Helvetica Neue"/>
                          <a:cs typeface="Helvetica Neue"/>
                          <a:sym typeface="Helvetica Neue"/>
                        </a:rPr>
                        <a:t>th</a:t>
                      </a:r>
                      <a:r>
                        <a:rPr lang="en-US" sz="1600" u="none" strike="noStrike" cap="none">
                          <a:solidFill>
                            <a:schemeClr val="lt1"/>
                          </a:solidFill>
                          <a:latin typeface="Helvetica Neue"/>
                          <a:ea typeface="Helvetica Neue"/>
                          <a:cs typeface="Helvetica Neue"/>
                          <a:sym typeface="Helvetica Neue"/>
                        </a:rPr>
                        <a:t> September 2024</a:t>
                      </a:r>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86AB3"/>
                    </a:solidFill>
                  </a:tcPr>
                </a:tc>
                <a:extLst>
                  <a:ext uri="{0D108BD9-81ED-4DB2-BD59-A6C34878D82A}">
                    <a16:rowId xmlns:a16="http://schemas.microsoft.com/office/drawing/2014/main" val="10000"/>
                  </a:ext>
                </a:extLst>
              </a:tr>
            </a:tbl>
          </a:graphicData>
        </a:graphic>
      </p:graphicFrame>
      <p:grpSp>
        <p:nvGrpSpPr>
          <p:cNvPr id="275" name="Google Shape;275;p9"/>
          <p:cNvGrpSpPr/>
          <p:nvPr/>
        </p:nvGrpSpPr>
        <p:grpSpPr>
          <a:xfrm>
            <a:off x="11538857" y="5828369"/>
            <a:ext cx="338772" cy="362537"/>
            <a:chOff x="0" y="0"/>
            <a:chExt cx="812800" cy="869819"/>
          </a:xfrm>
        </p:grpSpPr>
        <p:sp>
          <p:nvSpPr>
            <p:cNvPr id="276" name="Google Shape;276;p9"/>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77" name="Google Shape;277;p9"/>
            <p:cNvSpPr txBox="1"/>
            <p:nvPr/>
          </p:nvSpPr>
          <p:spPr>
            <a:xfrm>
              <a:off x="76200" y="52970"/>
              <a:ext cx="660400" cy="735303"/>
            </a:xfrm>
            <a:prstGeom prst="rect">
              <a:avLst/>
            </a:prstGeom>
            <a:noFill/>
            <a:ln>
              <a:noFill/>
            </a:ln>
          </p:spPr>
          <p:txBody>
            <a:bodyPr spcFirstLastPara="1" wrap="square" lIns="33850" tIns="33850" rIns="33850" bIns="33850" anchor="ctr" anchorCtr="0">
              <a:noAutofit/>
            </a:bodyPr>
            <a:lstStyle/>
            <a:p>
              <a:pPr marL="0" marR="0" lvl="0" indent="0" algn="ctr" rtl="0">
                <a:lnSpc>
                  <a:spcPct val="140070"/>
                </a:lnSpc>
                <a:spcBef>
                  <a:spcPts val="0"/>
                </a:spcBef>
                <a:spcAft>
                  <a:spcPts val="0"/>
                </a:spcAft>
                <a:buNone/>
              </a:pPr>
              <a:r>
                <a:rPr lang="en-US" sz="1133">
                  <a:solidFill>
                    <a:srgbClr val="191919"/>
                  </a:solidFill>
                  <a:latin typeface="Arial"/>
                  <a:ea typeface="Arial"/>
                  <a:cs typeface="Arial"/>
                  <a:sym typeface="Arial"/>
                </a:rPr>
                <a:t>8</a:t>
              </a:r>
              <a:endParaRPr/>
            </a:p>
          </p:txBody>
        </p:sp>
      </p:grpSp>
      <p:pic>
        <p:nvPicPr>
          <p:cNvPr id="278" name="Google Shape;278;p9"/>
          <p:cNvPicPr preferRelativeResize="0"/>
          <p:nvPr/>
        </p:nvPicPr>
        <p:blipFill rotWithShape="1">
          <a:blip r:embed="rId4">
            <a:alphaModFix/>
          </a:blip>
          <a:srcRect/>
          <a:stretch/>
        </p:blipFill>
        <p:spPr>
          <a:xfrm>
            <a:off x="621384" y="2062721"/>
            <a:ext cx="5188828" cy="3169155"/>
          </a:xfrm>
          <a:prstGeom prst="rect">
            <a:avLst/>
          </a:prstGeom>
          <a:noFill/>
          <a:ln>
            <a:noFill/>
          </a:ln>
        </p:spPr>
      </p:pic>
      <p:sp>
        <p:nvSpPr>
          <p:cNvPr id="279" name="Google Shape;279;p9"/>
          <p:cNvSpPr txBox="1"/>
          <p:nvPr/>
        </p:nvSpPr>
        <p:spPr>
          <a:xfrm>
            <a:off x="910663" y="5360326"/>
            <a:ext cx="373326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Fig: U-Net Architecture Block Diagram</a:t>
            </a:r>
            <a:endParaRPr/>
          </a:p>
        </p:txBody>
      </p:sp>
      <p:pic>
        <p:nvPicPr>
          <p:cNvPr id="280" name="Google Shape;280;p9"/>
          <p:cNvPicPr preferRelativeResize="0"/>
          <p:nvPr/>
        </p:nvPicPr>
        <p:blipFill rotWithShape="1">
          <a:blip r:embed="rId5">
            <a:alphaModFix/>
          </a:blip>
          <a:srcRect/>
          <a:stretch/>
        </p:blipFill>
        <p:spPr>
          <a:xfrm>
            <a:off x="132734" y="589296"/>
            <a:ext cx="946917" cy="584383"/>
          </a:xfrm>
          <a:prstGeom prst="rect">
            <a:avLst/>
          </a:prstGeom>
          <a:noFill/>
          <a:ln>
            <a:noFill/>
          </a:ln>
        </p:spPr>
      </p:pic>
      <p:sp>
        <p:nvSpPr>
          <p:cNvPr id="281" name="Google Shape;281;p9"/>
          <p:cNvSpPr/>
          <p:nvPr/>
        </p:nvSpPr>
        <p:spPr>
          <a:xfrm>
            <a:off x="44604" y="6317773"/>
            <a:ext cx="12102790" cy="579120"/>
          </a:xfrm>
          <a:prstGeom prst="rect">
            <a:avLst/>
          </a:prstGeom>
          <a:solidFill>
            <a:srgbClr val="286AB3"/>
          </a:solidFill>
          <a:ln w="12700" cap="flat" cmpd="sng">
            <a:solidFill>
              <a:srgbClr val="0070C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2000"/>
              <a:buFont typeface="Calibri"/>
              <a:buNone/>
            </a:pPr>
            <a:r>
              <a:rPr lang="en-US" sz="2000" b="1">
                <a:solidFill>
                  <a:schemeClr val="lt1"/>
                </a:solidFill>
                <a:latin typeface="Calibri"/>
                <a:ea typeface="Calibri"/>
                <a:cs typeface="Calibri"/>
                <a:sym typeface="Calibri"/>
              </a:rPr>
              <a:t>CUET, Chattogram, Bangladesh</a:t>
            </a:r>
            <a:endParaRPr/>
          </a:p>
          <a:p>
            <a:pPr marL="0" marR="0" lvl="0" indent="0" algn="ctr" rtl="0">
              <a:spcBef>
                <a:spcPts val="0"/>
              </a:spcBef>
              <a:spcAft>
                <a:spcPts val="0"/>
              </a:spcAft>
              <a:buClr>
                <a:schemeClr val="lt1"/>
              </a:buClr>
              <a:buSzPts val="1800"/>
              <a:buFont typeface="Calibri"/>
              <a:buNone/>
            </a:pPr>
            <a:r>
              <a:rPr lang="en-US" sz="1800" b="1">
                <a:solidFill>
                  <a:schemeClr val="lt1"/>
                </a:solidFill>
                <a:latin typeface="Calibri"/>
                <a:ea typeface="Calibri"/>
                <a:cs typeface="Calibri"/>
                <a:sym typeface="Calibri"/>
              </a:rPr>
              <a:t>13</a:t>
            </a:r>
            <a:r>
              <a:rPr lang="en-US" sz="1800" b="1" baseline="30000">
                <a:solidFill>
                  <a:schemeClr val="lt1"/>
                </a:solidFill>
                <a:latin typeface="Calibri"/>
                <a:ea typeface="Calibri"/>
                <a:cs typeface="Calibri"/>
                <a:sym typeface="Calibri"/>
              </a:rPr>
              <a:t>th</a:t>
            </a:r>
            <a:r>
              <a:rPr lang="en-US" sz="1800" b="1">
                <a:solidFill>
                  <a:schemeClr val="lt1"/>
                </a:solidFill>
                <a:latin typeface="Calibri"/>
                <a:ea typeface="Calibri"/>
                <a:cs typeface="Calibri"/>
                <a:sym typeface="Calibri"/>
              </a:rPr>
              <a:t> – 15</a:t>
            </a:r>
            <a:r>
              <a:rPr lang="en-US" sz="1800" b="1" baseline="30000">
                <a:solidFill>
                  <a:schemeClr val="lt1"/>
                </a:solidFill>
                <a:latin typeface="Calibri"/>
                <a:ea typeface="Calibri"/>
                <a:cs typeface="Calibri"/>
                <a:sym typeface="Calibri"/>
              </a:rPr>
              <a:t>th</a:t>
            </a:r>
            <a:r>
              <a:rPr lang="en-US" sz="1800" b="1">
                <a:solidFill>
                  <a:schemeClr val="lt1"/>
                </a:solidFill>
                <a:latin typeface="Calibri"/>
                <a:ea typeface="Calibri"/>
                <a:cs typeface="Calibri"/>
                <a:sym typeface="Calibri"/>
              </a:rPr>
              <a:t> February 2025</a:t>
            </a:r>
            <a:endParaRPr sz="1800">
              <a:solidFill>
                <a:schemeClr val="dk1"/>
              </a:solidFill>
              <a:latin typeface="Calibri"/>
              <a:ea typeface="Calibri"/>
              <a:cs typeface="Calibri"/>
              <a:sym typeface="Calibri"/>
            </a:endParaRPr>
          </a:p>
        </p:txBody>
      </p:sp>
      <p:sp>
        <p:nvSpPr>
          <p:cNvPr id="282" name="Google Shape;282;p9"/>
          <p:cNvSpPr txBox="1">
            <a:spLocks noGrp="1"/>
          </p:cNvSpPr>
          <p:nvPr>
            <p:ph type="dt" idx="10"/>
          </p:nvPr>
        </p:nvSpPr>
        <p:spPr>
          <a:xfrm>
            <a:off x="44604" y="5915810"/>
            <a:ext cx="2876396" cy="412123"/>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sz="2000" b="1">
                <a:solidFill>
                  <a:srgbClr val="002060"/>
                </a:solidFill>
                <a:latin typeface="Times New Roman"/>
                <a:ea typeface="Times New Roman"/>
                <a:cs typeface="Times New Roman"/>
                <a:sym typeface="Times New Roman"/>
              </a:rPr>
              <a:t>13</a:t>
            </a:r>
            <a:r>
              <a:rPr lang="en-US" sz="2000" b="1" baseline="30000">
                <a:solidFill>
                  <a:srgbClr val="002060"/>
                </a:solidFill>
                <a:latin typeface="Times New Roman"/>
                <a:ea typeface="Times New Roman"/>
                <a:cs typeface="Times New Roman"/>
                <a:sym typeface="Times New Roman"/>
              </a:rPr>
              <a:t>th</a:t>
            </a:r>
            <a:r>
              <a:rPr lang="en-US" sz="2000" b="1">
                <a:solidFill>
                  <a:srgbClr val="002060"/>
                </a:solidFill>
                <a:latin typeface="Times New Roman"/>
                <a:ea typeface="Times New Roman"/>
                <a:cs typeface="Times New Roman"/>
                <a:sym typeface="Times New Roman"/>
              </a:rPr>
              <a:t> February 2025</a:t>
            </a:r>
            <a:endParaRPr/>
          </a:p>
        </p:txBody>
      </p:sp>
      <p:sp>
        <p:nvSpPr>
          <p:cNvPr id="283" name="Google Shape;283;p9"/>
          <p:cNvSpPr/>
          <p:nvPr/>
        </p:nvSpPr>
        <p:spPr>
          <a:xfrm>
            <a:off x="10607040" y="671238"/>
            <a:ext cx="1231221" cy="514423"/>
          </a:xfrm>
          <a:prstGeom prst="rect">
            <a:avLst/>
          </a:prstGeom>
          <a:blipFill rotWithShape="1">
            <a:blip r:embed="rId6">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grpSp>
        <p:nvGrpSpPr>
          <p:cNvPr id="289" name="Google Shape;289;p10"/>
          <p:cNvGrpSpPr/>
          <p:nvPr/>
        </p:nvGrpSpPr>
        <p:grpSpPr>
          <a:xfrm>
            <a:off x="0" y="0"/>
            <a:ext cx="12192000" cy="625651"/>
            <a:chOff x="0" y="0"/>
            <a:chExt cx="12192000" cy="625651"/>
          </a:xfrm>
        </p:grpSpPr>
        <p:sp>
          <p:nvSpPr>
            <p:cNvPr id="290" name="Google Shape;290;p10"/>
            <p:cNvSpPr/>
            <p:nvPr/>
          </p:nvSpPr>
          <p:spPr>
            <a:xfrm>
              <a:off x="0" y="0"/>
              <a:ext cx="12192000" cy="441885"/>
            </a:xfrm>
            <a:prstGeom prst="flowChartProcess">
              <a:avLst/>
            </a:prstGeom>
            <a:solidFill>
              <a:srgbClr val="FAA41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1" name="Google Shape;291;p10"/>
            <p:cNvSpPr/>
            <p:nvPr/>
          </p:nvSpPr>
          <p:spPr>
            <a:xfrm>
              <a:off x="7199086" y="441885"/>
              <a:ext cx="4992913" cy="183766"/>
            </a:xfrm>
            <a:prstGeom prst="flowChartProcess">
              <a:avLst/>
            </a:prstGeom>
            <a:solidFill>
              <a:srgbClr val="45448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pic>
        <p:nvPicPr>
          <p:cNvPr id="292" name="Google Shape;292;p10"/>
          <p:cNvPicPr preferRelativeResize="0"/>
          <p:nvPr/>
        </p:nvPicPr>
        <p:blipFill rotWithShape="1">
          <a:blip r:embed="rId3">
            <a:alphaModFix/>
          </a:blip>
          <a:srcRect/>
          <a:stretch/>
        </p:blipFill>
        <p:spPr>
          <a:xfrm>
            <a:off x="44604" y="6327933"/>
            <a:ext cx="12102790" cy="524107"/>
          </a:xfrm>
          <a:prstGeom prst="rect">
            <a:avLst/>
          </a:prstGeom>
          <a:noFill/>
          <a:ln>
            <a:noFill/>
          </a:ln>
        </p:spPr>
      </p:pic>
      <p:sp>
        <p:nvSpPr>
          <p:cNvPr id="293" name="Google Shape;293;p10"/>
          <p:cNvSpPr txBox="1"/>
          <p:nvPr/>
        </p:nvSpPr>
        <p:spPr>
          <a:xfrm>
            <a:off x="609600" y="1143000"/>
            <a:ext cx="10972800" cy="1066800"/>
          </a:xfrm>
          <a:prstGeom prst="rect">
            <a:avLst/>
          </a:prstGeom>
          <a:noFill/>
          <a:ln>
            <a:noFill/>
          </a:ln>
        </p:spPr>
        <p:txBody>
          <a:bodyPr spcFirstLastPara="1" wrap="square" lIns="91425" tIns="45700" rIns="91425" bIns="45700" anchor="ctr" anchorCtr="0">
            <a:normAutofit/>
          </a:bodyPr>
          <a:lstStyle/>
          <a:p>
            <a:pPr marL="0" marR="0" lvl="0" indent="0" algn="l" rtl="0">
              <a:spcBef>
                <a:spcPts val="0"/>
              </a:spcBef>
              <a:spcAft>
                <a:spcPts val="0"/>
              </a:spcAft>
              <a:buClr>
                <a:srgbClr val="002060"/>
              </a:buClr>
              <a:buSzPts val="4000"/>
              <a:buFont typeface="Calibri"/>
              <a:buNone/>
            </a:pPr>
            <a:r>
              <a:rPr lang="en-US" sz="4000" b="1">
                <a:solidFill>
                  <a:srgbClr val="002060"/>
                </a:solidFill>
                <a:latin typeface="Calibri"/>
                <a:ea typeface="Calibri"/>
                <a:cs typeface="Calibri"/>
                <a:sym typeface="Calibri"/>
              </a:rPr>
              <a:t>Methodology</a:t>
            </a:r>
            <a:endParaRPr sz="4000" b="1">
              <a:solidFill>
                <a:srgbClr val="002060"/>
              </a:solidFill>
              <a:latin typeface="Calibri"/>
              <a:ea typeface="Calibri"/>
              <a:cs typeface="Calibri"/>
              <a:sym typeface="Calibri"/>
            </a:endParaRPr>
          </a:p>
        </p:txBody>
      </p:sp>
      <p:graphicFrame>
        <p:nvGraphicFramePr>
          <p:cNvPr id="294" name="Google Shape;294;p10"/>
          <p:cNvGraphicFramePr/>
          <p:nvPr/>
        </p:nvGraphicFramePr>
        <p:xfrm>
          <a:off x="44604" y="6330906"/>
          <a:ext cx="12102800" cy="579130"/>
        </p:xfrm>
        <a:graphic>
          <a:graphicData uri="http://schemas.openxmlformats.org/drawingml/2006/table">
            <a:tbl>
              <a:tblPr firstRow="1" bandRow="1">
                <a:noFill/>
                <a:tableStyleId>{30D69AD8-29A4-4AA7-B508-2EB6D6330799}</a:tableStyleId>
              </a:tblPr>
              <a:tblGrid>
                <a:gridCol w="12102800">
                  <a:extLst>
                    <a:ext uri="{9D8B030D-6E8A-4147-A177-3AD203B41FA5}">
                      <a16:colId xmlns:a16="http://schemas.microsoft.com/office/drawing/2014/main" val="20000"/>
                    </a:ext>
                  </a:extLst>
                </a:gridCol>
              </a:tblGrid>
              <a:tr h="524100">
                <a:tc>
                  <a:txBody>
                    <a:bodyPr/>
                    <a:lstStyle/>
                    <a:p>
                      <a:pPr marL="0" marR="0" lvl="0" indent="0" algn="ctr" rtl="0">
                        <a:spcBef>
                          <a:spcPts val="0"/>
                        </a:spcBef>
                        <a:spcAft>
                          <a:spcPts val="0"/>
                        </a:spcAft>
                        <a:buNone/>
                      </a:pPr>
                      <a:r>
                        <a:rPr lang="en-US" sz="1600" u="none" strike="noStrike" cap="none">
                          <a:solidFill>
                            <a:schemeClr val="lt1"/>
                          </a:solidFill>
                          <a:latin typeface="Helvetica Neue"/>
                          <a:ea typeface="Helvetica Neue"/>
                          <a:cs typeface="Helvetica Neue"/>
                          <a:sym typeface="Helvetica Neue"/>
                        </a:rPr>
                        <a:t>CUET IT Business Incubator, Chattogram, Bangladesh</a:t>
                      </a:r>
                      <a:endParaRPr/>
                    </a:p>
                    <a:p>
                      <a:pPr marL="0" marR="0" lvl="0" indent="0" algn="ctr" rtl="0">
                        <a:spcBef>
                          <a:spcPts val="0"/>
                        </a:spcBef>
                        <a:spcAft>
                          <a:spcPts val="0"/>
                        </a:spcAft>
                        <a:buNone/>
                      </a:pPr>
                      <a:r>
                        <a:rPr lang="en-US" sz="1600" u="none" strike="noStrike" cap="none">
                          <a:solidFill>
                            <a:schemeClr val="lt1"/>
                          </a:solidFill>
                          <a:latin typeface="Helvetica Neue"/>
                          <a:ea typeface="Helvetica Neue"/>
                          <a:cs typeface="Helvetica Neue"/>
                          <a:sym typeface="Helvetica Neue"/>
                        </a:rPr>
                        <a:t>25</a:t>
                      </a:r>
                      <a:r>
                        <a:rPr lang="en-US" sz="1600" u="none" strike="noStrike" cap="none" baseline="30000">
                          <a:solidFill>
                            <a:schemeClr val="lt1"/>
                          </a:solidFill>
                          <a:latin typeface="Helvetica Neue"/>
                          <a:ea typeface="Helvetica Neue"/>
                          <a:cs typeface="Helvetica Neue"/>
                          <a:sym typeface="Helvetica Neue"/>
                        </a:rPr>
                        <a:t>th</a:t>
                      </a:r>
                      <a:r>
                        <a:rPr lang="en-US" sz="1600" u="none" strike="noStrike" cap="none">
                          <a:solidFill>
                            <a:schemeClr val="lt1"/>
                          </a:solidFill>
                          <a:latin typeface="Helvetica Neue"/>
                          <a:ea typeface="Helvetica Neue"/>
                          <a:cs typeface="Helvetica Neue"/>
                          <a:sym typeface="Helvetica Neue"/>
                        </a:rPr>
                        <a:t> &amp; 26</a:t>
                      </a:r>
                      <a:r>
                        <a:rPr lang="en-US" sz="1600" u="none" strike="noStrike" cap="none" baseline="30000">
                          <a:solidFill>
                            <a:schemeClr val="lt1"/>
                          </a:solidFill>
                          <a:latin typeface="Helvetica Neue"/>
                          <a:ea typeface="Helvetica Neue"/>
                          <a:cs typeface="Helvetica Neue"/>
                          <a:sym typeface="Helvetica Neue"/>
                        </a:rPr>
                        <a:t>th</a:t>
                      </a:r>
                      <a:r>
                        <a:rPr lang="en-US" sz="1600" u="none" strike="noStrike" cap="none">
                          <a:solidFill>
                            <a:schemeClr val="lt1"/>
                          </a:solidFill>
                          <a:latin typeface="Helvetica Neue"/>
                          <a:ea typeface="Helvetica Neue"/>
                          <a:cs typeface="Helvetica Neue"/>
                          <a:sym typeface="Helvetica Neue"/>
                        </a:rPr>
                        <a:t> September 2024</a:t>
                      </a:r>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86AB3"/>
                    </a:solidFill>
                  </a:tcPr>
                </a:tc>
                <a:extLst>
                  <a:ext uri="{0D108BD9-81ED-4DB2-BD59-A6C34878D82A}">
                    <a16:rowId xmlns:a16="http://schemas.microsoft.com/office/drawing/2014/main" val="10000"/>
                  </a:ext>
                </a:extLst>
              </a:tr>
            </a:tbl>
          </a:graphicData>
        </a:graphic>
      </p:graphicFrame>
      <p:grpSp>
        <p:nvGrpSpPr>
          <p:cNvPr id="295" name="Google Shape;295;p10"/>
          <p:cNvGrpSpPr/>
          <p:nvPr/>
        </p:nvGrpSpPr>
        <p:grpSpPr>
          <a:xfrm>
            <a:off x="11538857" y="5828369"/>
            <a:ext cx="338772" cy="362537"/>
            <a:chOff x="0" y="0"/>
            <a:chExt cx="812800" cy="869819"/>
          </a:xfrm>
        </p:grpSpPr>
        <p:sp>
          <p:nvSpPr>
            <p:cNvPr id="296" name="Google Shape;296;p10"/>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97" name="Google Shape;297;p10"/>
            <p:cNvSpPr txBox="1"/>
            <p:nvPr/>
          </p:nvSpPr>
          <p:spPr>
            <a:xfrm>
              <a:off x="76200" y="52970"/>
              <a:ext cx="660400" cy="735303"/>
            </a:xfrm>
            <a:prstGeom prst="rect">
              <a:avLst/>
            </a:prstGeom>
            <a:noFill/>
            <a:ln>
              <a:noFill/>
            </a:ln>
          </p:spPr>
          <p:txBody>
            <a:bodyPr spcFirstLastPara="1" wrap="square" lIns="33850" tIns="33850" rIns="33850" bIns="33850" anchor="ctr" anchorCtr="0">
              <a:noAutofit/>
            </a:bodyPr>
            <a:lstStyle/>
            <a:p>
              <a:pPr marL="0" marR="0" lvl="0" indent="0" algn="ctr" rtl="0">
                <a:lnSpc>
                  <a:spcPct val="140070"/>
                </a:lnSpc>
                <a:spcBef>
                  <a:spcPts val="0"/>
                </a:spcBef>
                <a:spcAft>
                  <a:spcPts val="0"/>
                </a:spcAft>
                <a:buNone/>
              </a:pPr>
              <a:r>
                <a:rPr lang="en-US" sz="1133">
                  <a:solidFill>
                    <a:srgbClr val="191919"/>
                  </a:solidFill>
                  <a:latin typeface="Arial"/>
                  <a:ea typeface="Arial"/>
                  <a:cs typeface="Arial"/>
                  <a:sym typeface="Arial"/>
                </a:rPr>
                <a:t>9</a:t>
              </a:r>
              <a:endParaRPr/>
            </a:p>
          </p:txBody>
        </p:sp>
      </p:grpSp>
      <p:sp>
        <p:nvSpPr>
          <p:cNvPr id="298" name="Google Shape;298;p10"/>
          <p:cNvSpPr txBox="1"/>
          <p:nvPr/>
        </p:nvSpPr>
        <p:spPr>
          <a:xfrm>
            <a:off x="693133" y="3674949"/>
            <a:ext cx="5473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Fig: A Flow chart that provides an overview of this study.</a:t>
            </a:r>
            <a:endParaRPr/>
          </a:p>
        </p:txBody>
      </p:sp>
      <p:pic>
        <p:nvPicPr>
          <p:cNvPr id="299" name="Google Shape;299;p10"/>
          <p:cNvPicPr preferRelativeResize="0"/>
          <p:nvPr/>
        </p:nvPicPr>
        <p:blipFill rotWithShape="1">
          <a:blip r:embed="rId4">
            <a:alphaModFix/>
          </a:blip>
          <a:srcRect/>
          <a:stretch/>
        </p:blipFill>
        <p:spPr>
          <a:xfrm>
            <a:off x="648380" y="2097434"/>
            <a:ext cx="5575635" cy="1476533"/>
          </a:xfrm>
          <a:prstGeom prst="rect">
            <a:avLst/>
          </a:prstGeom>
          <a:noFill/>
          <a:ln>
            <a:noFill/>
          </a:ln>
        </p:spPr>
      </p:pic>
      <p:pic>
        <p:nvPicPr>
          <p:cNvPr id="300" name="Google Shape;300;p10"/>
          <p:cNvPicPr preferRelativeResize="0"/>
          <p:nvPr/>
        </p:nvPicPr>
        <p:blipFill rotWithShape="1">
          <a:blip r:embed="rId5">
            <a:alphaModFix/>
          </a:blip>
          <a:srcRect/>
          <a:stretch/>
        </p:blipFill>
        <p:spPr>
          <a:xfrm>
            <a:off x="6576512" y="2346827"/>
            <a:ext cx="4790550" cy="1227140"/>
          </a:xfrm>
          <a:prstGeom prst="rect">
            <a:avLst/>
          </a:prstGeom>
          <a:noFill/>
          <a:ln>
            <a:noFill/>
          </a:ln>
        </p:spPr>
      </p:pic>
      <p:sp>
        <p:nvSpPr>
          <p:cNvPr id="301" name="Google Shape;301;p10"/>
          <p:cNvSpPr txBox="1"/>
          <p:nvPr/>
        </p:nvSpPr>
        <p:spPr>
          <a:xfrm>
            <a:off x="6361234" y="3674949"/>
            <a:ext cx="535832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Fig: Satellite Images (Original and Corresponding Mask)</a:t>
            </a:r>
            <a:endParaRPr/>
          </a:p>
        </p:txBody>
      </p:sp>
      <p:sp>
        <p:nvSpPr>
          <p:cNvPr id="302" name="Google Shape;302;p10"/>
          <p:cNvSpPr/>
          <p:nvPr/>
        </p:nvSpPr>
        <p:spPr>
          <a:xfrm>
            <a:off x="900515" y="4276602"/>
            <a:ext cx="10921438" cy="1287532"/>
          </a:xfrm>
          <a:prstGeom prst="rect">
            <a:avLst/>
          </a:prstGeom>
          <a:noFill/>
          <a:ln>
            <a:noFill/>
          </a:ln>
        </p:spPr>
        <p:txBody>
          <a:bodyPr spcFirstLastPara="1" wrap="square" lIns="91425" tIns="45700" rIns="91425" bIns="45700" anchor="ctr" anchorCtr="0">
            <a:spAutoFit/>
          </a:bodyPr>
          <a:lstStyle/>
          <a:p>
            <a:pPr marL="0" marR="0" lvl="0" indent="0" algn="l" rtl="0">
              <a:lnSpc>
                <a:spcPct val="150000"/>
              </a:lnSpc>
              <a:spcBef>
                <a:spcPts val="0"/>
              </a:spcBef>
              <a:spcAft>
                <a:spcPts val="0"/>
              </a:spcAft>
              <a:buNone/>
            </a:pPr>
            <a:r>
              <a:rPr lang="en-US" sz="1800" b="1" i="0" u="none" strike="noStrike" cap="none">
                <a:solidFill>
                  <a:srgbClr val="C00000"/>
                </a:solidFill>
                <a:latin typeface="Arial"/>
                <a:ea typeface="Arial"/>
                <a:cs typeface="Arial"/>
                <a:sym typeface="Arial"/>
              </a:rPr>
              <a:t>Preprocessing: </a:t>
            </a:r>
            <a:r>
              <a:rPr lang="en-US" sz="1800" b="1" i="0" u="none" strike="noStrike" cap="none">
                <a:solidFill>
                  <a:schemeClr val="dk1"/>
                </a:solidFill>
                <a:latin typeface="Arial"/>
                <a:ea typeface="Arial"/>
                <a:cs typeface="Arial"/>
                <a:sym typeface="Arial"/>
              </a:rPr>
              <a:t>Normalization, resizing, and data augmentation (rotation, flipping, brightness adjustment).</a:t>
            </a:r>
            <a:endParaRPr/>
          </a:p>
          <a:p>
            <a:pPr marL="0" marR="0" lvl="0" indent="0" algn="l" rtl="0">
              <a:lnSpc>
                <a:spcPct val="150000"/>
              </a:lnSpc>
              <a:spcBef>
                <a:spcPts val="0"/>
              </a:spcBef>
              <a:spcAft>
                <a:spcPts val="0"/>
              </a:spcAft>
              <a:buNone/>
            </a:pPr>
            <a:r>
              <a:rPr lang="en-US" sz="1800" b="1" i="0" u="none" strike="noStrike" cap="none">
                <a:solidFill>
                  <a:srgbClr val="C00000"/>
                </a:solidFill>
                <a:latin typeface="Arial"/>
                <a:ea typeface="Arial"/>
                <a:cs typeface="Arial"/>
                <a:sym typeface="Arial"/>
              </a:rPr>
              <a:t>Training: </a:t>
            </a:r>
            <a:r>
              <a:rPr lang="en-US" sz="1800" b="1" i="0" u="none" strike="noStrike" cap="none">
                <a:solidFill>
                  <a:schemeClr val="dk1"/>
                </a:solidFill>
                <a:latin typeface="Arial"/>
                <a:ea typeface="Arial"/>
                <a:cs typeface="Arial"/>
                <a:sym typeface="Arial"/>
              </a:rPr>
              <a:t>Adam optimizer with IoU loss function. 100 epochs with batch processing.</a:t>
            </a:r>
            <a:endParaRPr sz="1800" b="1" i="0" u="none" strike="noStrike" cap="none">
              <a:solidFill>
                <a:schemeClr val="dk1"/>
              </a:solidFill>
              <a:latin typeface="Arial"/>
              <a:ea typeface="Arial"/>
              <a:cs typeface="Arial"/>
              <a:sym typeface="Arial"/>
            </a:endParaRPr>
          </a:p>
        </p:txBody>
      </p:sp>
      <p:pic>
        <p:nvPicPr>
          <p:cNvPr id="303" name="Google Shape;303;p10"/>
          <p:cNvPicPr preferRelativeResize="0"/>
          <p:nvPr/>
        </p:nvPicPr>
        <p:blipFill rotWithShape="1">
          <a:blip r:embed="rId6">
            <a:alphaModFix/>
          </a:blip>
          <a:srcRect/>
          <a:stretch/>
        </p:blipFill>
        <p:spPr>
          <a:xfrm>
            <a:off x="132734" y="589296"/>
            <a:ext cx="946917" cy="584383"/>
          </a:xfrm>
          <a:prstGeom prst="rect">
            <a:avLst/>
          </a:prstGeom>
          <a:noFill/>
          <a:ln>
            <a:noFill/>
          </a:ln>
        </p:spPr>
      </p:pic>
      <p:sp>
        <p:nvSpPr>
          <p:cNvPr id="304" name="Google Shape;304;p10"/>
          <p:cNvSpPr/>
          <p:nvPr/>
        </p:nvSpPr>
        <p:spPr>
          <a:xfrm>
            <a:off x="44604" y="6317773"/>
            <a:ext cx="12102790" cy="579120"/>
          </a:xfrm>
          <a:prstGeom prst="rect">
            <a:avLst/>
          </a:prstGeom>
          <a:solidFill>
            <a:srgbClr val="286AB3"/>
          </a:solidFill>
          <a:ln w="12700" cap="flat" cmpd="sng">
            <a:solidFill>
              <a:srgbClr val="0070C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2000"/>
              <a:buFont typeface="Calibri"/>
              <a:buNone/>
            </a:pPr>
            <a:r>
              <a:rPr lang="en-US" sz="2000" b="1">
                <a:solidFill>
                  <a:schemeClr val="lt1"/>
                </a:solidFill>
                <a:latin typeface="Calibri"/>
                <a:ea typeface="Calibri"/>
                <a:cs typeface="Calibri"/>
                <a:sym typeface="Calibri"/>
              </a:rPr>
              <a:t>CUET, Chattogram, Bangladesh</a:t>
            </a:r>
            <a:endParaRPr/>
          </a:p>
          <a:p>
            <a:pPr marL="0" marR="0" lvl="0" indent="0" algn="ctr" rtl="0">
              <a:spcBef>
                <a:spcPts val="0"/>
              </a:spcBef>
              <a:spcAft>
                <a:spcPts val="0"/>
              </a:spcAft>
              <a:buClr>
                <a:schemeClr val="lt1"/>
              </a:buClr>
              <a:buSzPts val="1800"/>
              <a:buFont typeface="Calibri"/>
              <a:buNone/>
            </a:pPr>
            <a:r>
              <a:rPr lang="en-US" sz="1800" b="1">
                <a:solidFill>
                  <a:schemeClr val="lt1"/>
                </a:solidFill>
                <a:latin typeface="Calibri"/>
                <a:ea typeface="Calibri"/>
                <a:cs typeface="Calibri"/>
                <a:sym typeface="Calibri"/>
              </a:rPr>
              <a:t>13</a:t>
            </a:r>
            <a:r>
              <a:rPr lang="en-US" sz="1800" b="1" baseline="30000">
                <a:solidFill>
                  <a:schemeClr val="lt1"/>
                </a:solidFill>
                <a:latin typeface="Calibri"/>
                <a:ea typeface="Calibri"/>
                <a:cs typeface="Calibri"/>
                <a:sym typeface="Calibri"/>
              </a:rPr>
              <a:t>th</a:t>
            </a:r>
            <a:r>
              <a:rPr lang="en-US" sz="1800" b="1">
                <a:solidFill>
                  <a:schemeClr val="lt1"/>
                </a:solidFill>
                <a:latin typeface="Calibri"/>
                <a:ea typeface="Calibri"/>
                <a:cs typeface="Calibri"/>
                <a:sym typeface="Calibri"/>
              </a:rPr>
              <a:t> – 15</a:t>
            </a:r>
            <a:r>
              <a:rPr lang="en-US" sz="1800" b="1" baseline="30000">
                <a:solidFill>
                  <a:schemeClr val="lt1"/>
                </a:solidFill>
                <a:latin typeface="Calibri"/>
                <a:ea typeface="Calibri"/>
                <a:cs typeface="Calibri"/>
                <a:sym typeface="Calibri"/>
              </a:rPr>
              <a:t>th</a:t>
            </a:r>
            <a:r>
              <a:rPr lang="en-US" sz="1800" b="1">
                <a:solidFill>
                  <a:schemeClr val="lt1"/>
                </a:solidFill>
                <a:latin typeface="Calibri"/>
                <a:ea typeface="Calibri"/>
                <a:cs typeface="Calibri"/>
                <a:sym typeface="Calibri"/>
              </a:rPr>
              <a:t> February 2025</a:t>
            </a:r>
            <a:endParaRPr sz="1800">
              <a:solidFill>
                <a:schemeClr val="dk1"/>
              </a:solidFill>
              <a:latin typeface="Calibri"/>
              <a:ea typeface="Calibri"/>
              <a:cs typeface="Calibri"/>
              <a:sym typeface="Calibri"/>
            </a:endParaRPr>
          </a:p>
        </p:txBody>
      </p:sp>
      <p:sp>
        <p:nvSpPr>
          <p:cNvPr id="305" name="Google Shape;305;p10"/>
          <p:cNvSpPr txBox="1">
            <a:spLocks noGrp="1"/>
          </p:cNvSpPr>
          <p:nvPr>
            <p:ph type="dt" idx="10"/>
          </p:nvPr>
        </p:nvSpPr>
        <p:spPr>
          <a:xfrm>
            <a:off x="44604" y="5915810"/>
            <a:ext cx="2876396" cy="412123"/>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sz="2000" b="1">
                <a:solidFill>
                  <a:srgbClr val="002060"/>
                </a:solidFill>
                <a:latin typeface="Times New Roman"/>
                <a:ea typeface="Times New Roman"/>
                <a:cs typeface="Times New Roman"/>
                <a:sym typeface="Times New Roman"/>
              </a:rPr>
              <a:t>13</a:t>
            </a:r>
            <a:r>
              <a:rPr lang="en-US" sz="2000" b="1" baseline="30000">
                <a:solidFill>
                  <a:srgbClr val="002060"/>
                </a:solidFill>
                <a:latin typeface="Times New Roman"/>
                <a:ea typeface="Times New Roman"/>
                <a:cs typeface="Times New Roman"/>
                <a:sym typeface="Times New Roman"/>
              </a:rPr>
              <a:t>th</a:t>
            </a:r>
            <a:r>
              <a:rPr lang="en-US" sz="2000" b="1">
                <a:solidFill>
                  <a:srgbClr val="002060"/>
                </a:solidFill>
                <a:latin typeface="Times New Roman"/>
                <a:ea typeface="Times New Roman"/>
                <a:cs typeface="Times New Roman"/>
                <a:sym typeface="Times New Roman"/>
              </a:rPr>
              <a:t> February 2025</a:t>
            </a:r>
            <a:endParaRPr/>
          </a:p>
        </p:txBody>
      </p:sp>
      <p:sp>
        <p:nvSpPr>
          <p:cNvPr id="306" name="Google Shape;306;p10"/>
          <p:cNvSpPr/>
          <p:nvPr/>
        </p:nvSpPr>
        <p:spPr>
          <a:xfrm>
            <a:off x="10607040" y="671238"/>
            <a:ext cx="1231221" cy="514423"/>
          </a:xfrm>
          <a:prstGeom prst="rect">
            <a:avLst/>
          </a:prstGeom>
          <a:blipFill rotWithShape="1">
            <a:blip r:embed="rId7">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grpSp>
        <p:nvGrpSpPr>
          <p:cNvPr id="312" name="Google Shape;312;p11"/>
          <p:cNvGrpSpPr/>
          <p:nvPr/>
        </p:nvGrpSpPr>
        <p:grpSpPr>
          <a:xfrm>
            <a:off x="0" y="0"/>
            <a:ext cx="12192000" cy="625651"/>
            <a:chOff x="0" y="0"/>
            <a:chExt cx="12192000" cy="625651"/>
          </a:xfrm>
        </p:grpSpPr>
        <p:sp>
          <p:nvSpPr>
            <p:cNvPr id="313" name="Google Shape;313;p11"/>
            <p:cNvSpPr/>
            <p:nvPr/>
          </p:nvSpPr>
          <p:spPr>
            <a:xfrm>
              <a:off x="0" y="0"/>
              <a:ext cx="12192000" cy="441885"/>
            </a:xfrm>
            <a:prstGeom prst="flowChartProcess">
              <a:avLst/>
            </a:prstGeom>
            <a:solidFill>
              <a:srgbClr val="FAA41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4" name="Google Shape;314;p11"/>
            <p:cNvSpPr/>
            <p:nvPr/>
          </p:nvSpPr>
          <p:spPr>
            <a:xfrm>
              <a:off x="7199086" y="441885"/>
              <a:ext cx="4992913" cy="183766"/>
            </a:xfrm>
            <a:prstGeom prst="flowChartProcess">
              <a:avLst/>
            </a:prstGeom>
            <a:solidFill>
              <a:srgbClr val="45448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315" name="Google Shape;315;p11"/>
          <p:cNvSpPr txBox="1">
            <a:spLocks noGrp="1"/>
          </p:cNvSpPr>
          <p:nvPr>
            <p:ph type="title"/>
          </p:nvPr>
        </p:nvSpPr>
        <p:spPr>
          <a:xfrm>
            <a:off x="609600" y="1143000"/>
            <a:ext cx="10972800" cy="10668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002060"/>
              </a:buClr>
              <a:buSzPts val="4000"/>
              <a:buFont typeface="Calibri"/>
              <a:buNone/>
            </a:pPr>
            <a:r>
              <a:rPr lang="en-US" b="1">
                <a:solidFill>
                  <a:srgbClr val="002060"/>
                </a:solidFill>
              </a:rPr>
              <a:t>Experimental Results</a:t>
            </a:r>
            <a:endParaRPr b="1">
              <a:solidFill>
                <a:srgbClr val="002060"/>
              </a:solidFill>
            </a:endParaRPr>
          </a:p>
        </p:txBody>
      </p:sp>
      <p:pic>
        <p:nvPicPr>
          <p:cNvPr id="316" name="Google Shape;316;p11"/>
          <p:cNvPicPr preferRelativeResize="0"/>
          <p:nvPr/>
        </p:nvPicPr>
        <p:blipFill rotWithShape="1">
          <a:blip r:embed="rId3">
            <a:alphaModFix/>
          </a:blip>
          <a:srcRect/>
          <a:stretch/>
        </p:blipFill>
        <p:spPr>
          <a:xfrm>
            <a:off x="44604" y="6327933"/>
            <a:ext cx="12102790" cy="524107"/>
          </a:xfrm>
          <a:prstGeom prst="rect">
            <a:avLst/>
          </a:prstGeom>
          <a:noFill/>
          <a:ln>
            <a:noFill/>
          </a:ln>
        </p:spPr>
      </p:pic>
      <p:graphicFrame>
        <p:nvGraphicFramePr>
          <p:cNvPr id="317" name="Google Shape;317;p11"/>
          <p:cNvGraphicFramePr/>
          <p:nvPr/>
        </p:nvGraphicFramePr>
        <p:xfrm>
          <a:off x="44604" y="6330906"/>
          <a:ext cx="12102800" cy="579130"/>
        </p:xfrm>
        <a:graphic>
          <a:graphicData uri="http://schemas.openxmlformats.org/drawingml/2006/table">
            <a:tbl>
              <a:tblPr firstRow="1" bandRow="1">
                <a:noFill/>
                <a:tableStyleId>{30D69AD8-29A4-4AA7-B508-2EB6D6330799}</a:tableStyleId>
              </a:tblPr>
              <a:tblGrid>
                <a:gridCol w="12102800">
                  <a:extLst>
                    <a:ext uri="{9D8B030D-6E8A-4147-A177-3AD203B41FA5}">
                      <a16:colId xmlns:a16="http://schemas.microsoft.com/office/drawing/2014/main" val="20000"/>
                    </a:ext>
                  </a:extLst>
                </a:gridCol>
              </a:tblGrid>
              <a:tr h="524100">
                <a:tc>
                  <a:txBody>
                    <a:bodyPr/>
                    <a:lstStyle/>
                    <a:p>
                      <a:pPr marL="0" marR="0" lvl="0" indent="0" algn="ctr" rtl="0">
                        <a:spcBef>
                          <a:spcPts val="0"/>
                        </a:spcBef>
                        <a:spcAft>
                          <a:spcPts val="0"/>
                        </a:spcAft>
                        <a:buNone/>
                      </a:pPr>
                      <a:r>
                        <a:rPr lang="en-US" sz="1600" u="none" strike="noStrike" cap="none">
                          <a:solidFill>
                            <a:schemeClr val="lt1"/>
                          </a:solidFill>
                          <a:latin typeface="Helvetica Neue"/>
                          <a:ea typeface="Helvetica Neue"/>
                          <a:cs typeface="Helvetica Neue"/>
                          <a:sym typeface="Helvetica Neue"/>
                        </a:rPr>
                        <a:t>CUET IT Business Incubator, Chattogram, Bangladesh</a:t>
                      </a:r>
                      <a:endParaRPr/>
                    </a:p>
                    <a:p>
                      <a:pPr marL="0" marR="0" lvl="0" indent="0" algn="ctr" rtl="0">
                        <a:spcBef>
                          <a:spcPts val="0"/>
                        </a:spcBef>
                        <a:spcAft>
                          <a:spcPts val="0"/>
                        </a:spcAft>
                        <a:buNone/>
                      </a:pPr>
                      <a:r>
                        <a:rPr lang="en-US" sz="1600" u="none" strike="noStrike" cap="none">
                          <a:solidFill>
                            <a:schemeClr val="lt1"/>
                          </a:solidFill>
                          <a:latin typeface="Helvetica Neue"/>
                          <a:ea typeface="Helvetica Neue"/>
                          <a:cs typeface="Helvetica Neue"/>
                          <a:sym typeface="Helvetica Neue"/>
                        </a:rPr>
                        <a:t>25</a:t>
                      </a:r>
                      <a:r>
                        <a:rPr lang="en-US" sz="1600" u="none" strike="noStrike" cap="none" baseline="30000">
                          <a:solidFill>
                            <a:schemeClr val="lt1"/>
                          </a:solidFill>
                          <a:latin typeface="Helvetica Neue"/>
                          <a:ea typeface="Helvetica Neue"/>
                          <a:cs typeface="Helvetica Neue"/>
                          <a:sym typeface="Helvetica Neue"/>
                        </a:rPr>
                        <a:t>th</a:t>
                      </a:r>
                      <a:r>
                        <a:rPr lang="en-US" sz="1600" u="none" strike="noStrike" cap="none">
                          <a:solidFill>
                            <a:schemeClr val="lt1"/>
                          </a:solidFill>
                          <a:latin typeface="Helvetica Neue"/>
                          <a:ea typeface="Helvetica Neue"/>
                          <a:cs typeface="Helvetica Neue"/>
                          <a:sym typeface="Helvetica Neue"/>
                        </a:rPr>
                        <a:t> &amp; 26</a:t>
                      </a:r>
                      <a:r>
                        <a:rPr lang="en-US" sz="1600" u="none" strike="noStrike" cap="none" baseline="30000">
                          <a:solidFill>
                            <a:schemeClr val="lt1"/>
                          </a:solidFill>
                          <a:latin typeface="Helvetica Neue"/>
                          <a:ea typeface="Helvetica Neue"/>
                          <a:cs typeface="Helvetica Neue"/>
                          <a:sym typeface="Helvetica Neue"/>
                        </a:rPr>
                        <a:t>th</a:t>
                      </a:r>
                      <a:r>
                        <a:rPr lang="en-US" sz="1600" u="none" strike="noStrike" cap="none">
                          <a:solidFill>
                            <a:schemeClr val="lt1"/>
                          </a:solidFill>
                          <a:latin typeface="Helvetica Neue"/>
                          <a:ea typeface="Helvetica Neue"/>
                          <a:cs typeface="Helvetica Neue"/>
                          <a:sym typeface="Helvetica Neue"/>
                        </a:rPr>
                        <a:t> September 2024</a:t>
                      </a:r>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86AB3"/>
                    </a:solidFill>
                  </a:tcPr>
                </a:tc>
                <a:extLst>
                  <a:ext uri="{0D108BD9-81ED-4DB2-BD59-A6C34878D82A}">
                    <a16:rowId xmlns:a16="http://schemas.microsoft.com/office/drawing/2014/main" val="10000"/>
                  </a:ext>
                </a:extLst>
              </a:tr>
            </a:tbl>
          </a:graphicData>
        </a:graphic>
      </p:graphicFrame>
      <p:grpSp>
        <p:nvGrpSpPr>
          <p:cNvPr id="318" name="Google Shape;318;p11"/>
          <p:cNvGrpSpPr/>
          <p:nvPr/>
        </p:nvGrpSpPr>
        <p:grpSpPr>
          <a:xfrm>
            <a:off x="11538857" y="5828369"/>
            <a:ext cx="338772" cy="362537"/>
            <a:chOff x="0" y="0"/>
            <a:chExt cx="812800" cy="869819"/>
          </a:xfrm>
        </p:grpSpPr>
        <p:sp>
          <p:nvSpPr>
            <p:cNvPr id="319" name="Google Shape;319;p11"/>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20" name="Google Shape;320;p11"/>
            <p:cNvSpPr txBox="1"/>
            <p:nvPr/>
          </p:nvSpPr>
          <p:spPr>
            <a:xfrm>
              <a:off x="76200" y="52970"/>
              <a:ext cx="660400" cy="735303"/>
            </a:xfrm>
            <a:prstGeom prst="rect">
              <a:avLst/>
            </a:prstGeom>
            <a:noFill/>
            <a:ln>
              <a:noFill/>
            </a:ln>
          </p:spPr>
          <p:txBody>
            <a:bodyPr spcFirstLastPara="1" wrap="square" lIns="33850" tIns="33850" rIns="33850" bIns="33850" anchor="ctr" anchorCtr="0">
              <a:noAutofit/>
            </a:bodyPr>
            <a:lstStyle/>
            <a:p>
              <a:pPr marL="0" marR="0" lvl="0" indent="0" algn="ctr" rtl="0">
                <a:lnSpc>
                  <a:spcPct val="140070"/>
                </a:lnSpc>
                <a:spcBef>
                  <a:spcPts val="0"/>
                </a:spcBef>
                <a:spcAft>
                  <a:spcPts val="0"/>
                </a:spcAft>
                <a:buNone/>
              </a:pPr>
              <a:r>
                <a:rPr lang="en-US" sz="1133">
                  <a:solidFill>
                    <a:srgbClr val="191919"/>
                  </a:solidFill>
                  <a:latin typeface="Arial"/>
                  <a:ea typeface="Arial"/>
                  <a:cs typeface="Arial"/>
                  <a:sym typeface="Arial"/>
                </a:rPr>
                <a:t>10</a:t>
              </a:r>
              <a:endParaRPr/>
            </a:p>
          </p:txBody>
        </p:sp>
      </p:grpSp>
      <p:sp>
        <p:nvSpPr>
          <p:cNvPr id="321" name="Google Shape;321;p11"/>
          <p:cNvSpPr/>
          <p:nvPr/>
        </p:nvSpPr>
        <p:spPr>
          <a:xfrm>
            <a:off x="6817979" y="1888208"/>
            <a:ext cx="4714145" cy="456535"/>
          </a:xfrm>
          <a:prstGeom prst="rect">
            <a:avLst/>
          </a:prstGeom>
          <a:noFill/>
          <a:ln>
            <a:noFill/>
          </a:ln>
        </p:spPr>
        <p:txBody>
          <a:bodyPr spcFirstLastPara="1" wrap="square" lIns="91425" tIns="45700" rIns="91425" bIns="45700" anchor="ctr" anchorCtr="0">
            <a:spAutoFit/>
          </a:bodyPr>
          <a:lstStyle/>
          <a:p>
            <a:pPr marL="0" marR="0" lvl="0" indent="0" algn="just" rtl="0">
              <a:lnSpc>
                <a:spcPct val="150000"/>
              </a:lnSpc>
              <a:spcBef>
                <a:spcPts val="0"/>
              </a:spcBef>
              <a:spcAft>
                <a:spcPts val="0"/>
              </a:spcAft>
              <a:buNone/>
            </a:pPr>
            <a:r>
              <a:rPr lang="en-US" sz="1800" b="1">
                <a:solidFill>
                  <a:srgbClr val="7030A0"/>
                </a:solidFill>
                <a:latin typeface="Arial"/>
                <a:ea typeface="Arial"/>
                <a:cs typeface="Arial"/>
                <a:sym typeface="Arial"/>
              </a:rPr>
              <a:t>Equations for Result Evaluation</a:t>
            </a:r>
            <a:endParaRPr/>
          </a:p>
        </p:txBody>
      </p:sp>
      <p:pic>
        <p:nvPicPr>
          <p:cNvPr id="322" name="Google Shape;322;p11"/>
          <p:cNvPicPr preferRelativeResize="0"/>
          <p:nvPr/>
        </p:nvPicPr>
        <p:blipFill rotWithShape="1">
          <a:blip r:embed="rId4">
            <a:alphaModFix/>
          </a:blip>
          <a:srcRect/>
          <a:stretch/>
        </p:blipFill>
        <p:spPr>
          <a:xfrm>
            <a:off x="7066371" y="2436057"/>
            <a:ext cx="3180567" cy="557180"/>
          </a:xfrm>
          <a:prstGeom prst="rect">
            <a:avLst/>
          </a:prstGeom>
          <a:noFill/>
          <a:ln>
            <a:noFill/>
          </a:ln>
        </p:spPr>
      </p:pic>
      <p:pic>
        <p:nvPicPr>
          <p:cNvPr id="323" name="Google Shape;323;p11"/>
          <p:cNvPicPr preferRelativeResize="0"/>
          <p:nvPr/>
        </p:nvPicPr>
        <p:blipFill rotWithShape="1">
          <a:blip r:embed="rId5">
            <a:alphaModFix/>
          </a:blip>
          <a:srcRect/>
          <a:stretch/>
        </p:blipFill>
        <p:spPr>
          <a:xfrm>
            <a:off x="7401209" y="3198743"/>
            <a:ext cx="2510891" cy="1163571"/>
          </a:xfrm>
          <a:prstGeom prst="rect">
            <a:avLst/>
          </a:prstGeom>
          <a:noFill/>
          <a:ln>
            <a:noFill/>
          </a:ln>
        </p:spPr>
      </p:pic>
      <p:graphicFrame>
        <p:nvGraphicFramePr>
          <p:cNvPr id="324" name="Google Shape;324;p11"/>
          <p:cNvGraphicFramePr/>
          <p:nvPr/>
        </p:nvGraphicFramePr>
        <p:xfrm>
          <a:off x="659876" y="2279671"/>
          <a:ext cx="5436125" cy="3329250"/>
        </p:xfrm>
        <a:graphic>
          <a:graphicData uri="http://schemas.openxmlformats.org/drawingml/2006/table">
            <a:tbl>
              <a:tblPr firstRow="1" firstCol="1" bandRow="1">
                <a:noFill/>
                <a:tableStyleId>{30D69AD8-29A4-4AA7-B508-2EB6D6330799}</a:tableStyleId>
              </a:tblPr>
              <a:tblGrid>
                <a:gridCol w="1087000">
                  <a:extLst>
                    <a:ext uri="{9D8B030D-6E8A-4147-A177-3AD203B41FA5}">
                      <a16:colId xmlns:a16="http://schemas.microsoft.com/office/drawing/2014/main" val="20000"/>
                    </a:ext>
                  </a:extLst>
                </a:gridCol>
                <a:gridCol w="1087000">
                  <a:extLst>
                    <a:ext uri="{9D8B030D-6E8A-4147-A177-3AD203B41FA5}">
                      <a16:colId xmlns:a16="http://schemas.microsoft.com/office/drawing/2014/main" val="20001"/>
                    </a:ext>
                  </a:extLst>
                </a:gridCol>
                <a:gridCol w="1087000">
                  <a:extLst>
                    <a:ext uri="{9D8B030D-6E8A-4147-A177-3AD203B41FA5}">
                      <a16:colId xmlns:a16="http://schemas.microsoft.com/office/drawing/2014/main" val="20002"/>
                    </a:ext>
                  </a:extLst>
                </a:gridCol>
                <a:gridCol w="1087000">
                  <a:extLst>
                    <a:ext uri="{9D8B030D-6E8A-4147-A177-3AD203B41FA5}">
                      <a16:colId xmlns:a16="http://schemas.microsoft.com/office/drawing/2014/main" val="20003"/>
                    </a:ext>
                  </a:extLst>
                </a:gridCol>
                <a:gridCol w="1088125">
                  <a:extLst>
                    <a:ext uri="{9D8B030D-6E8A-4147-A177-3AD203B41FA5}">
                      <a16:colId xmlns:a16="http://schemas.microsoft.com/office/drawing/2014/main" val="20004"/>
                    </a:ext>
                  </a:extLst>
                </a:gridCol>
              </a:tblGrid>
              <a:tr h="586600">
                <a:tc>
                  <a:txBody>
                    <a:bodyPr/>
                    <a:lstStyle/>
                    <a:p>
                      <a:pPr marL="0" marR="0" lvl="0" indent="0" algn="ctr" rtl="0">
                        <a:spcBef>
                          <a:spcPts val="0"/>
                        </a:spcBef>
                        <a:spcAft>
                          <a:spcPts val="0"/>
                        </a:spcAft>
                        <a:buNone/>
                      </a:pPr>
                      <a:r>
                        <a:rPr lang="en-US" sz="1200" b="1" u="none" strike="noStrike" cap="none">
                          <a:solidFill>
                            <a:schemeClr val="lt1"/>
                          </a:solidFill>
                          <a:latin typeface="Calibri"/>
                          <a:ea typeface="Calibri"/>
                          <a:cs typeface="Calibri"/>
                          <a:sym typeface="Calibri"/>
                        </a:rPr>
                        <a:t>Epochs</a:t>
                      </a:r>
                      <a:endParaRPr/>
                    </a:p>
                  </a:txBody>
                  <a:tcPr marL="68575" marR="68575" marT="0" marB="0"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37A76F"/>
                    </a:solidFill>
                  </a:tcPr>
                </a:tc>
                <a:tc>
                  <a:txBody>
                    <a:bodyPr/>
                    <a:lstStyle/>
                    <a:p>
                      <a:pPr marL="0" marR="0" lvl="0" indent="0" algn="ctr" rtl="0">
                        <a:spcBef>
                          <a:spcPts val="0"/>
                        </a:spcBef>
                        <a:spcAft>
                          <a:spcPts val="0"/>
                        </a:spcAft>
                        <a:buNone/>
                      </a:pPr>
                      <a:r>
                        <a:rPr lang="en-US" sz="1200" b="1" u="none" strike="noStrike" cap="none">
                          <a:solidFill>
                            <a:schemeClr val="lt1"/>
                          </a:solidFill>
                          <a:latin typeface="Calibri"/>
                          <a:ea typeface="Calibri"/>
                          <a:cs typeface="Calibri"/>
                          <a:sym typeface="Calibri"/>
                        </a:rPr>
                        <a:t>Training Loss</a:t>
                      </a: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37A76F"/>
                    </a:solidFill>
                  </a:tcPr>
                </a:tc>
                <a:tc>
                  <a:txBody>
                    <a:bodyPr/>
                    <a:lstStyle/>
                    <a:p>
                      <a:pPr marL="0" marR="0" lvl="0" indent="0" algn="ctr" rtl="0">
                        <a:spcBef>
                          <a:spcPts val="0"/>
                        </a:spcBef>
                        <a:spcAft>
                          <a:spcPts val="0"/>
                        </a:spcAft>
                        <a:buNone/>
                      </a:pPr>
                      <a:r>
                        <a:rPr lang="en-US" sz="1200" b="1" u="none" strike="noStrike" cap="none">
                          <a:solidFill>
                            <a:schemeClr val="lt1"/>
                          </a:solidFill>
                          <a:latin typeface="Calibri"/>
                          <a:ea typeface="Calibri"/>
                          <a:cs typeface="Calibri"/>
                          <a:sym typeface="Calibri"/>
                        </a:rPr>
                        <a:t>Validation Loss</a:t>
                      </a: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37A76F"/>
                    </a:solidFill>
                  </a:tcPr>
                </a:tc>
                <a:tc>
                  <a:txBody>
                    <a:bodyPr/>
                    <a:lstStyle/>
                    <a:p>
                      <a:pPr marL="0" marR="0" lvl="0" indent="0" algn="ctr" rtl="0">
                        <a:spcBef>
                          <a:spcPts val="0"/>
                        </a:spcBef>
                        <a:spcAft>
                          <a:spcPts val="0"/>
                        </a:spcAft>
                        <a:buNone/>
                      </a:pPr>
                      <a:r>
                        <a:rPr lang="en-US" sz="1200" b="1" u="none" strike="noStrike" cap="none">
                          <a:solidFill>
                            <a:schemeClr val="lt1"/>
                          </a:solidFill>
                          <a:latin typeface="Calibri"/>
                          <a:ea typeface="Calibri"/>
                          <a:cs typeface="Calibri"/>
                          <a:sym typeface="Calibri"/>
                        </a:rPr>
                        <a:t>Training Accuracy</a:t>
                      </a: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37A76F"/>
                    </a:solidFill>
                  </a:tcPr>
                </a:tc>
                <a:tc>
                  <a:txBody>
                    <a:bodyPr/>
                    <a:lstStyle/>
                    <a:p>
                      <a:pPr marL="0" marR="0" lvl="0" indent="0" algn="ctr" rtl="0">
                        <a:spcBef>
                          <a:spcPts val="0"/>
                        </a:spcBef>
                        <a:spcAft>
                          <a:spcPts val="0"/>
                        </a:spcAft>
                        <a:buNone/>
                      </a:pPr>
                      <a:r>
                        <a:rPr lang="en-US" sz="1200" b="1" u="none" strike="noStrike" cap="none">
                          <a:solidFill>
                            <a:schemeClr val="lt1"/>
                          </a:solidFill>
                          <a:latin typeface="Calibri"/>
                          <a:ea typeface="Calibri"/>
                          <a:cs typeface="Calibri"/>
                          <a:sym typeface="Calibri"/>
                        </a:rPr>
                        <a:t>Validation Accuracy</a:t>
                      </a:r>
                      <a:endParaRPr/>
                    </a:p>
                  </a:txBody>
                  <a:tcPr marL="68575" marR="68575" marT="0" marB="0"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37A76F"/>
                    </a:solidFill>
                  </a:tcPr>
                </a:tc>
                <a:extLst>
                  <a:ext uri="{0D108BD9-81ED-4DB2-BD59-A6C34878D82A}">
                    <a16:rowId xmlns:a16="http://schemas.microsoft.com/office/drawing/2014/main" val="10000"/>
                  </a:ext>
                </a:extLst>
              </a:tr>
              <a:tr h="520700">
                <a:tc>
                  <a:txBody>
                    <a:bodyPr/>
                    <a:lstStyle/>
                    <a:p>
                      <a:pPr marL="0" marR="0" lvl="0" indent="0" algn="ctr" rtl="0">
                        <a:spcBef>
                          <a:spcPts val="0"/>
                        </a:spcBef>
                        <a:spcAft>
                          <a:spcPts val="0"/>
                        </a:spcAft>
                        <a:buNone/>
                      </a:pPr>
                      <a:r>
                        <a:rPr lang="en-US" sz="1200" b="1" u="none" strike="noStrike" cap="none">
                          <a:solidFill>
                            <a:schemeClr val="lt1"/>
                          </a:solidFill>
                          <a:latin typeface="Calibri"/>
                          <a:ea typeface="Calibri"/>
                          <a:cs typeface="Calibri"/>
                          <a:sym typeface="Calibri"/>
                        </a:rPr>
                        <a:t>After 20 Epochs</a:t>
                      </a:r>
                      <a:endParaRPr/>
                    </a:p>
                  </a:txBody>
                  <a:tcPr marL="68575" marR="68575" marT="0" marB="0"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37A76F"/>
                    </a:solidFill>
                  </a:tcPr>
                </a:tc>
                <a:tc>
                  <a:txBody>
                    <a:bodyPr/>
                    <a:lstStyle/>
                    <a:p>
                      <a:pPr marL="0" marR="0" lvl="0" indent="0" algn="ctr" rtl="0">
                        <a:spcBef>
                          <a:spcPts val="0"/>
                        </a:spcBef>
                        <a:spcAft>
                          <a:spcPts val="0"/>
                        </a:spcAft>
                        <a:buNone/>
                      </a:pPr>
                      <a:r>
                        <a:rPr lang="en-US" sz="1200" u="none" strike="noStrike" cap="none">
                          <a:solidFill>
                            <a:schemeClr val="dk1"/>
                          </a:solidFill>
                          <a:latin typeface="Calibri"/>
                          <a:ea typeface="Calibri"/>
                          <a:cs typeface="Calibri"/>
                          <a:sym typeface="Calibri"/>
                        </a:rPr>
                        <a:t>0.312</a:t>
                      </a: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200" u="none" strike="noStrike" cap="none">
                          <a:solidFill>
                            <a:schemeClr val="dk1"/>
                          </a:solidFill>
                          <a:latin typeface="Calibri"/>
                          <a:ea typeface="Calibri"/>
                          <a:cs typeface="Calibri"/>
                          <a:sym typeface="Calibri"/>
                        </a:rPr>
                        <a:t>0.541</a:t>
                      </a: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200" u="none" strike="noStrike" cap="none">
                          <a:solidFill>
                            <a:schemeClr val="dk1"/>
                          </a:solidFill>
                          <a:latin typeface="Calibri"/>
                          <a:ea typeface="Calibri"/>
                          <a:cs typeface="Calibri"/>
                          <a:sym typeface="Calibri"/>
                        </a:rPr>
                        <a:t>86.4%</a:t>
                      </a: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200" u="none" strike="noStrike" cap="none">
                          <a:solidFill>
                            <a:schemeClr val="dk1"/>
                          </a:solidFill>
                          <a:latin typeface="Calibri"/>
                          <a:ea typeface="Calibri"/>
                          <a:cs typeface="Calibri"/>
                          <a:sym typeface="Calibri"/>
                        </a:rPr>
                        <a:t>73.2%</a:t>
                      </a:r>
                      <a:endParaRPr/>
                    </a:p>
                  </a:txBody>
                  <a:tcPr marL="68575" marR="68575" marT="0" marB="0"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57500">
                <a:tc>
                  <a:txBody>
                    <a:bodyPr/>
                    <a:lstStyle/>
                    <a:p>
                      <a:pPr marL="0" marR="0" lvl="0" indent="0" algn="ctr" rtl="0">
                        <a:spcBef>
                          <a:spcPts val="0"/>
                        </a:spcBef>
                        <a:spcAft>
                          <a:spcPts val="0"/>
                        </a:spcAft>
                        <a:buNone/>
                      </a:pPr>
                      <a:r>
                        <a:rPr lang="en-US" sz="1200" b="1" u="none" strike="noStrike" cap="none">
                          <a:solidFill>
                            <a:schemeClr val="lt1"/>
                          </a:solidFill>
                          <a:latin typeface="Calibri"/>
                          <a:ea typeface="Calibri"/>
                          <a:cs typeface="Calibri"/>
                          <a:sym typeface="Calibri"/>
                        </a:rPr>
                        <a:t>After 40 Epochs</a:t>
                      </a:r>
                      <a:endParaRPr/>
                    </a:p>
                  </a:txBody>
                  <a:tcPr marL="68575" marR="68575" marT="0" marB="0"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37A76F"/>
                    </a:solidFill>
                  </a:tcPr>
                </a:tc>
                <a:tc>
                  <a:txBody>
                    <a:bodyPr/>
                    <a:lstStyle/>
                    <a:p>
                      <a:pPr marL="0" marR="0" lvl="0" indent="0" algn="ctr" rtl="0">
                        <a:spcBef>
                          <a:spcPts val="0"/>
                        </a:spcBef>
                        <a:spcAft>
                          <a:spcPts val="0"/>
                        </a:spcAft>
                        <a:buNone/>
                      </a:pPr>
                      <a:r>
                        <a:rPr lang="en-US" sz="1200" u="none" strike="noStrike" cap="none">
                          <a:solidFill>
                            <a:schemeClr val="dk1"/>
                          </a:solidFill>
                          <a:latin typeface="Calibri"/>
                          <a:ea typeface="Calibri"/>
                          <a:cs typeface="Calibri"/>
                          <a:sym typeface="Calibri"/>
                        </a:rPr>
                        <a:t>0.232</a:t>
                      </a: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200" u="none" strike="noStrike" cap="none">
                          <a:solidFill>
                            <a:schemeClr val="dk1"/>
                          </a:solidFill>
                          <a:latin typeface="Calibri"/>
                          <a:ea typeface="Calibri"/>
                          <a:cs typeface="Calibri"/>
                          <a:sym typeface="Calibri"/>
                        </a:rPr>
                        <a:t>0.482</a:t>
                      </a: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200" u="none" strike="noStrike" cap="none">
                          <a:solidFill>
                            <a:schemeClr val="dk1"/>
                          </a:solidFill>
                          <a:latin typeface="Calibri"/>
                          <a:ea typeface="Calibri"/>
                          <a:cs typeface="Calibri"/>
                          <a:sym typeface="Calibri"/>
                        </a:rPr>
                        <a:t>88.7%</a:t>
                      </a: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200" u="none" strike="noStrike" cap="none">
                          <a:solidFill>
                            <a:schemeClr val="dk1"/>
                          </a:solidFill>
                          <a:latin typeface="Calibri"/>
                          <a:ea typeface="Calibri"/>
                          <a:cs typeface="Calibri"/>
                          <a:sym typeface="Calibri"/>
                        </a:rPr>
                        <a:t>80.1%</a:t>
                      </a:r>
                      <a:endParaRPr/>
                    </a:p>
                  </a:txBody>
                  <a:tcPr marL="68575" marR="68575" marT="0" marB="0"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538925">
                <a:tc>
                  <a:txBody>
                    <a:bodyPr/>
                    <a:lstStyle/>
                    <a:p>
                      <a:pPr marL="0" marR="0" lvl="0" indent="0" algn="ctr" rtl="0">
                        <a:spcBef>
                          <a:spcPts val="0"/>
                        </a:spcBef>
                        <a:spcAft>
                          <a:spcPts val="0"/>
                        </a:spcAft>
                        <a:buNone/>
                      </a:pPr>
                      <a:r>
                        <a:rPr lang="en-US" sz="1200" b="1" u="none" strike="noStrike" cap="none">
                          <a:solidFill>
                            <a:schemeClr val="lt1"/>
                          </a:solidFill>
                          <a:latin typeface="Calibri"/>
                          <a:ea typeface="Calibri"/>
                          <a:cs typeface="Calibri"/>
                          <a:sym typeface="Calibri"/>
                        </a:rPr>
                        <a:t>After  60 Epochs</a:t>
                      </a:r>
                      <a:endParaRPr/>
                    </a:p>
                  </a:txBody>
                  <a:tcPr marL="68575" marR="68575" marT="0" marB="0"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37A76F"/>
                    </a:solidFill>
                  </a:tcPr>
                </a:tc>
                <a:tc>
                  <a:txBody>
                    <a:bodyPr/>
                    <a:lstStyle/>
                    <a:p>
                      <a:pPr marL="0" marR="0" lvl="0" indent="0" algn="ctr" rtl="0">
                        <a:spcBef>
                          <a:spcPts val="0"/>
                        </a:spcBef>
                        <a:spcAft>
                          <a:spcPts val="0"/>
                        </a:spcAft>
                        <a:buNone/>
                      </a:pPr>
                      <a:r>
                        <a:rPr lang="en-US" sz="1200" u="none" strike="noStrike" cap="none">
                          <a:solidFill>
                            <a:schemeClr val="dk1"/>
                          </a:solidFill>
                          <a:latin typeface="Calibri"/>
                          <a:ea typeface="Calibri"/>
                          <a:cs typeface="Calibri"/>
                          <a:sym typeface="Calibri"/>
                        </a:rPr>
                        <a:t>0.191</a:t>
                      </a: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200" u="none" strike="noStrike" cap="none">
                          <a:solidFill>
                            <a:schemeClr val="dk1"/>
                          </a:solidFill>
                          <a:latin typeface="Calibri"/>
                          <a:ea typeface="Calibri"/>
                          <a:cs typeface="Calibri"/>
                          <a:sym typeface="Calibri"/>
                        </a:rPr>
                        <a:t>0.392</a:t>
                      </a: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200" u="none" strike="noStrike" cap="none">
                          <a:solidFill>
                            <a:schemeClr val="dk1"/>
                          </a:solidFill>
                          <a:latin typeface="Calibri"/>
                          <a:ea typeface="Calibri"/>
                          <a:cs typeface="Calibri"/>
                          <a:sym typeface="Calibri"/>
                        </a:rPr>
                        <a:t>91.3%</a:t>
                      </a: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200" u="none" strike="noStrike" cap="none">
                          <a:solidFill>
                            <a:schemeClr val="dk1"/>
                          </a:solidFill>
                          <a:latin typeface="Calibri"/>
                          <a:ea typeface="Calibri"/>
                          <a:cs typeface="Calibri"/>
                          <a:sym typeface="Calibri"/>
                        </a:rPr>
                        <a:t>83.4%</a:t>
                      </a:r>
                      <a:endParaRPr/>
                    </a:p>
                  </a:txBody>
                  <a:tcPr marL="68575" marR="68575" marT="0" marB="0"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538925">
                <a:tc>
                  <a:txBody>
                    <a:bodyPr/>
                    <a:lstStyle/>
                    <a:p>
                      <a:pPr marL="0" marR="0" lvl="0" indent="0" algn="ctr" rtl="0">
                        <a:spcBef>
                          <a:spcPts val="0"/>
                        </a:spcBef>
                        <a:spcAft>
                          <a:spcPts val="0"/>
                        </a:spcAft>
                        <a:buNone/>
                      </a:pPr>
                      <a:r>
                        <a:rPr lang="en-US" sz="1200" b="1" u="none" strike="noStrike" cap="none">
                          <a:solidFill>
                            <a:schemeClr val="lt1"/>
                          </a:solidFill>
                          <a:latin typeface="Calibri"/>
                          <a:ea typeface="Calibri"/>
                          <a:cs typeface="Calibri"/>
                          <a:sym typeface="Calibri"/>
                        </a:rPr>
                        <a:t>After 80 Epochs</a:t>
                      </a:r>
                      <a:endParaRPr/>
                    </a:p>
                  </a:txBody>
                  <a:tcPr marL="68575" marR="68575" marT="0" marB="0"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37A76F"/>
                    </a:solidFill>
                  </a:tcPr>
                </a:tc>
                <a:tc>
                  <a:txBody>
                    <a:bodyPr/>
                    <a:lstStyle/>
                    <a:p>
                      <a:pPr marL="0" marR="0" lvl="0" indent="0" algn="ctr" rtl="0">
                        <a:spcBef>
                          <a:spcPts val="0"/>
                        </a:spcBef>
                        <a:spcAft>
                          <a:spcPts val="0"/>
                        </a:spcAft>
                        <a:buNone/>
                      </a:pPr>
                      <a:r>
                        <a:rPr lang="en-US" sz="1200" u="none" strike="noStrike" cap="none">
                          <a:solidFill>
                            <a:schemeClr val="dk1"/>
                          </a:solidFill>
                          <a:latin typeface="Calibri"/>
                          <a:ea typeface="Calibri"/>
                          <a:cs typeface="Calibri"/>
                          <a:sym typeface="Calibri"/>
                        </a:rPr>
                        <a:t>0.125</a:t>
                      </a: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200" u="none" strike="noStrike" cap="none">
                          <a:solidFill>
                            <a:schemeClr val="dk1"/>
                          </a:solidFill>
                          <a:latin typeface="Calibri"/>
                          <a:ea typeface="Calibri"/>
                          <a:cs typeface="Calibri"/>
                          <a:sym typeface="Calibri"/>
                        </a:rPr>
                        <a:t>0.285</a:t>
                      </a: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200" u="none" strike="noStrike" cap="none">
                          <a:solidFill>
                            <a:schemeClr val="dk1"/>
                          </a:solidFill>
                          <a:latin typeface="Calibri"/>
                          <a:ea typeface="Calibri"/>
                          <a:cs typeface="Calibri"/>
                          <a:sym typeface="Calibri"/>
                        </a:rPr>
                        <a:t>93.2%</a:t>
                      </a: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200" u="none" strike="noStrike" cap="none">
                          <a:solidFill>
                            <a:schemeClr val="dk1"/>
                          </a:solidFill>
                          <a:latin typeface="Calibri"/>
                          <a:ea typeface="Calibri"/>
                          <a:cs typeface="Calibri"/>
                          <a:sym typeface="Calibri"/>
                        </a:rPr>
                        <a:t>88.6%</a:t>
                      </a:r>
                      <a:endParaRPr/>
                    </a:p>
                  </a:txBody>
                  <a:tcPr marL="68575" marR="68575" marT="0" marB="0"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586600">
                <a:tc>
                  <a:txBody>
                    <a:bodyPr/>
                    <a:lstStyle/>
                    <a:p>
                      <a:pPr marL="0" marR="0" lvl="0" indent="0" algn="ctr" rtl="0">
                        <a:spcBef>
                          <a:spcPts val="0"/>
                        </a:spcBef>
                        <a:spcAft>
                          <a:spcPts val="0"/>
                        </a:spcAft>
                        <a:buNone/>
                      </a:pPr>
                      <a:r>
                        <a:rPr lang="en-US" sz="1200" b="1" u="none" strike="noStrike" cap="none">
                          <a:solidFill>
                            <a:schemeClr val="lt1"/>
                          </a:solidFill>
                          <a:latin typeface="Calibri"/>
                          <a:ea typeface="Calibri"/>
                          <a:cs typeface="Calibri"/>
                          <a:sym typeface="Calibri"/>
                        </a:rPr>
                        <a:t>After 100 Epochs</a:t>
                      </a:r>
                      <a:endParaRPr/>
                    </a:p>
                  </a:txBody>
                  <a:tcPr marL="68575" marR="68575" marT="0" marB="0"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37A76F"/>
                    </a:solidFill>
                  </a:tcPr>
                </a:tc>
                <a:tc>
                  <a:txBody>
                    <a:bodyPr/>
                    <a:lstStyle/>
                    <a:p>
                      <a:pPr marL="0" marR="0" lvl="0" indent="0" algn="ctr" rtl="0">
                        <a:spcBef>
                          <a:spcPts val="0"/>
                        </a:spcBef>
                        <a:spcAft>
                          <a:spcPts val="0"/>
                        </a:spcAft>
                        <a:buNone/>
                      </a:pPr>
                      <a:r>
                        <a:rPr lang="en-US" sz="1200" u="none" strike="noStrike" cap="none">
                          <a:solidFill>
                            <a:schemeClr val="dk1"/>
                          </a:solidFill>
                          <a:latin typeface="Calibri"/>
                          <a:ea typeface="Calibri"/>
                          <a:cs typeface="Calibri"/>
                          <a:sym typeface="Calibri"/>
                        </a:rPr>
                        <a:t>0.123</a:t>
                      </a: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200" u="none" strike="noStrike" cap="none">
                          <a:solidFill>
                            <a:schemeClr val="dk1"/>
                          </a:solidFill>
                          <a:latin typeface="Calibri"/>
                          <a:ea typeface="Calibri"/>
                          <a:cs typeface="Calibri"/>
                          <a:sym typeface="Calibri"/>
                        </a:rPr>
                        <a:t>0.254</a:t>
                      </a: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200" u="none" strike="noStrike" cap="none">
                          <a:solidFill>
                            <a:schemeClr val="dk1"/>
                          </a:solidFill>
                          <a:latin typeface="Calibri"/>
                          <a:ea typeface="Calibri"/>
                          <a:cs typeface="Calibri"/>
                          <a:sym typeface="Calibri"/>
                        </a:rPr>
                        <a:t>93.3%</a:t>
                      </a: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200" u="none" strike="noStrike" cap="none">
                          <a:solidFill>
                            <a:schemeClr val="dk1"/>
                          </a:solidFill>
                          <a:latin typeface="Calibri"/>
                          <a:ea typeface="Calibri"/>
                          <a:cs typeface="Calibri"/>
                          <a:sym typeface="Calibri"/>
                        </a:rPr>
                        <a:t>90.0%</a:t>
                      </a:r>
                      <a:endParaRPr/>
                    </a:p>
                  </a:txBody>
                  <a:tcPr marL="68575" marR="68575" marT="0" marB="0"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325" name="Google Shape;325;p11"/>
          <p:cNvSpPr/>
          <p:nvPr/>
        </p:nvSpPr>
        <p:spPr>
          <a:xfrm>
            <a:off x="6400801" y="4567821"/>
            <a:ext cx="5181600" cy="1287532"/>
          </a:xfrm>
          <a:prstGeom prst="rect">
            <a:avLst/>
          </a:prstGeom>
          <a:noFill/>
          <a:ln>
            <a:noFill/>
          </a:ln>
        </p:spPr>
        <p:txBody>
          <a:bodyPr spcFirstLastPara="1" wrap="square" lIns="91425" tIns="45700" rIns="91425" bIns="45700" anchor="ctr" anchorCtr="0">
            <a:spAutoFit/>
          </a:bodyPr>
          <a:lstStyle/>
          <a:p>
            <a:pPr marL="285750" marR="0" lvl="0" indent="-285750" algn="just" rtl="0">
              <a:lnSpc>
                <a:spcPct val="150000"/>
              </a:lnSpc>
              <a:spcBef>
                <a:spcPts val="0"/>
              </a:spcBef>
              <a:spcAft>
                <a:spcPts val="0"/>
              </a:spcAft>
              <a:buClr>
                <a:schemeClr val="dk1"/>
              </a:buClr>
              <a:buSzPts val="1800"/>
              <a:buFont typeface="Noto Sans Symbols"/>
              <a:buChar char="❑"/>
            </a:pPr>
            <a:r>
              <a:rPr lang="en-US" sz="1800" b="1">
                <a:solidFill>
                  <a:schemeClr val="dk1"/>
                </a:solidFill>
                <a:latin typeface="Arial"/>
                <a:ea typeface="Arial"/>
                <a:cs typeface="Arial"/>
                <a:sym typeface="Arial"/>
              </a:rPr>
              <a:t>After 100 epochs, the model achieved a training accuracy of 93.3% and a validation accuracy of 90.0%.</a:t>
            </a:r>
            <a:endParaRPr sz="1800" b="1" i="0" u="none" strike="noStrike" cap="none">
              <a:solidFill>
                <a:schemeClr val="dk1"/>
              </a:solidFill>
              <a:latin typeface="Arial"/>
              <a:ea typeface="Arial"/>
              <a:cs typeface="Arial"/>
              <a:sym typeface="Arial"/>
            </a:endParaRPr>
          </a:p>
        </p:txBody>
      </p:sp>
      <p:pic>
        <p:nvPicPr>
          <p:cNvPr id="326" name="Google Shape;326;p11"/>
          <p:cNvPicPr preferRelativeResize="0"/>
          <p:nvPr/>
        </p:nvPicPr>
        <p:blipFill rotWithShape="1">
          <a:blip r:embed="rId6">
            <a:alphaModFix/>
          </a:blip>
          <a:srcRect/>
          <a:stretch/>
        </p:blipFill>
        <p:spPr>
          <a:xfrm>
            <a:off x="132734" y="589296"/>
            <a:ext cx="946917" cy="584383"/>
          </a:xfrm>
          <a:prstGeom prst="rect">
            <a:avLst/>
          </a:prstGeom>
          <a:noFill/>
          <a:ln>
            <a:noFill/>
          </a:ln>
        </p:spPr>
      </p:pic>
      <p:sp>
        <p:nvSpPr>
          <p:cNvPr id="327" name="Google Shape;327;p11"/>
          <p:cNvSpPr/>
          <p:nvPr/>
        </p:nvSpPr>
        <p:spPr>
          <a:xfrm>
            <a:off x="44604" y="6317773"/>
            <a:ext cx="12102790" cy="579120"/>
          </a:xfrm>
          <a:prstGeom prst="rect">
            <a:avLst/>
          </a:prstGeom>
          <a:solidFill>
            <a:srgbClr val="286AB3"/>
          </a:solidFill>
          <a:ln w="12700" cap="flat" cmpd="sng">
            <a:solidFill>
              <a:srgbClr val="0070C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2000"/>
              <a:buFont typeface="Calibri"/>
              <a:buNone/>
            </a:pPr>
            <a:r>
              <a:rPr lang="en-US" sz="2000" b="1">
                <a:solidFill>
                  <a:schemeClr val="lt1"/>
                </a:solidFill>
                <a:latin typeface="Calibri"/>
                <a:ea typeface="Calibri"/>
                <a:cs typeface="Calibri"/>
                <a:sym typeface="Calibri"/>
              </a:rPr>
              <a:t>CUET, Chattogram, Bangladesh</a:t>
            </a:r>
            <a:endParaRPr/>
          </a:p>
          <a:p>
            <a:pPr marL="0" marR="0" lvl="0" indent="0" algn="ctr" rtl="0">
              <a:spcBef>
                <a:spcPts val="0"/>
              </a:spcBef>
              <a:spcAft>
                <a:spcPts val="0"/>
              </a:spcAft>
              <a:buClr>
                <a:schemeClr val="lt1"/>
              </a:buClr>
              <a:buSzPts val="1800"/>
              <a:buFont typeface="Calibri"/>
              <a:buNone/>
            </a:pPr>
            <a:r>
              <a:rPr lang="en-US" sz="1800" b="1">
                <a:solidFill>
                  <a:schemeClr val="lt1"/>
                </a:solidFill>
                <a:latin typeface="Calibri"/>
                <a:ea typeface="Calibri"/>
                <a:cs typeface="Calibri"/>
                <a:sym typeface="Calibri"/>
              </a:rPr>
              <a:t>13</a:t>
            </a:r>
            <a:r>
              <a:rPr lang="en-US" sz="1800" b="1" baseline="30000">
                <a:solidFill>
                  <a:schemeClr val="lt1"/>
                </a:solidFill>
                <a:latin typeface="Calibri"/>
                <a:ea typeface="Calibri"/>
                <a:cs typeface="Calibri"/>
                <a:sym typeface="Calibri"/>
              </a:rPr>
              <a:t>th</a:t>
            </a:r>
            <a:r>
              <a:rPr lang="en-US" sz="1800" b="1">
                <a:solidFill>
                  <a:schemeClr val="lt1"/>
                </a:solidFill>
                <a:latin typeface="Calibri"/>
                <a:ea typeface="Calibri"/>
                <a:cs typeface="Calibri"/>
                <a:sym typeface="Calibri"/>
              </a:rPr>
              <a:t> – 15</a:t>
            </a:r>
            <a:r>
              <a:rPr lang="en-US" sz="1800" b="1" baseline="30000">
                <a:solidFill>
                  <a:schemeClr val="lt1"/>
                </a:solidFill>
                <a:latin typeface="Calibri"/>
                <a:ea typeface="Calibri"/>
                <a:cs typeface="Calibri"/>
                <a:sym typeface="Calibri"/>
              </a:rPr>
              <a:t>th</a:t>
            </a:r>
            <a:r>
              <a:rPr lang="en-US" sz="1800" b="1">
                <a:solidFill>
                  <a:schemeClr val="lt1"/>
                </a:solidFill>
                <a:latin typeface="Calibri"/>
                <a:ea typeface="Calibri"/>
                <a:cs typeface="Calibri"/>
                <a:sym typeface="Calibri"/>
              </a:rPr>
              <a:t> February 2025</a:t>
            </a:r>
            <a:endParaRPr sz="1800">
              <a:solidFill>
                <a:schemeClr val="dk1"/>
              </a:solidFill>
              <a:latin typeface="Calibri"/>
              <a:ea typeface="Calibri"/>
              <a:cs typeface="Calibri"/>
              <a:sym typeface="Calibri"/>
            </a:endParaRPr>
          </a:p>
        </p:txBody>
      </p:sp>
      <p:sp>
        <p:nvSpPr>
          <p:cNvPr id="328" name="Google Shape;328;p11"/>
          <p:cNvSpPr txBox="1">
            <a:spLocks noGrp="1"/>
          </p:cNvSpPr>
          <p:nvPr>
            <p:ph type="dt" idx="10"/>
          </p:nvPr>
        </p:nvSpPr>
        <p:spPr>
          <a:xfrm>
            <a:off x="44604" y="5915810"/>
            <a:ext cx="2876396" cy="412123"/>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sz="2000" b="1">
                <a:solidFill>
                  <a:srgbClr val="002060"/>
                </a:solidFill>
                <a:latin typeface="Times New Roman"/>
                <a:ea typeface="Times New Roman"/>
                <a:cs typeface="Times New Roman"/>
                <a:sym typeface="Times New Roman"/>
              </a:rPr>
              <a:t>13</a:t>
            </a:r>
            <a:r>
              <a:rPr lang="en-US" sz="2000" b="1" baseline="30000">
                <a:solidFill>
                  <a:srgbClr val="002060"/>
                </a:solidFill>
                <a:latin typeface="Times New Roman"/>
                <a:ea typeface="Times New Roman"/>
                <a:cs typeface="Times New Roman"/>
                <a:sym typeface="Times New Roman"/>
              </a:rPr>
              <a:t>th</a:t>
            </a:r>
            <a:r>
              <a:rPr lang="en-US" sz="2000" b="1">
                <a:solidFill>
                  <a:srgbClr val="002060"/>
                </a:solidFill>
                <a:latin typeface="Times New Roman"/>
                <a:ea typeface="Times New Roman"/>
                <a:cs typeface="Times New Roman"/>
                <a:sym typeface="Times New Roman"/>
              </a:rPr>
              <a:t> February 2025</a:t>
            </a:r>
            <a:endParaRPr/>
          </a:p>
        </p:txBody>
      </p:sp>
      <p:sp>
        <p:nvSpPr>
          <p:cNvPr id="329" name="Google Shape;329;p11"/>
          <p:cNvSpPr/>
          <p:nvPr/>
        </p:nvSpPr>
        <p:spPr>
          <a:xfrm>
            <a:off x="10607040" y="671238"/>
            <a:ext cx="1231221" cy="514423"/>
          </a:xfrm>
          <a:prstGeom prst="rect">
            <a:avLst/>
          </a:prstGeom>
          <a:blipFill rotWithShape="1">
            <a:blip r:embed="rId7">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grpSp>
        <p:nvGrpSpPr>
          <p:cNvPr id="335" name="Google Shape;335;p12"/>
          <p:cNvGrpSpPr/>
          <p:nvPr/>
        </p:nvGrpSpPr>
        <p:grpSpPr>
          <a:xfrm>
            <a:off x="0" y="0"/>
            <a:ext cx="12192000" cy="625651"/>
            <a:chOff x="0" y="0"/>
            <a:chExt cx="12192000" cy="625651"/>
          </a:xfrm>
        </p:grpSpPr>
        <p:sp>
          <p:nvSpPr>
            <p:cNvPr id="336" name="Google Shape;336;p12"/>
            <p:cNvSpPr/>
            <p:nvPr/>
          </p:nvSpPr>
          <p:spPr>
            <a:xfrm>
              <a:off x="0" y="0"/>
              <a:ext cx="12192000" cy="441885"/>
            </a:xfrm>
            <a:prstGeom prst="flowChartProcess">
              <a:avLst/>
            </a:prstGeom>
            <a:solidFill>
              <a:srgbClr val="FAA41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7" name="Google Shape;337;p12"/>
            <p:cNvSpPr/>
            <p:nvPr/>
          </p:nvSpPr>
          <p:spPr>
            <a:xfrm>
              <a:off x="7199086" y="441885"/>
              <a:ext cx="4992913" cy="183766"/>
            </a:xfrm>
            <a:prstGeom prst="flowChartProcess">
              <a:avLst/>
            </a:prstGeom>
            <a:solidFill>
              <a:srgbClr val="45448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338" name="Google Shape;338;p12"/>
          <p:cNvSpPr txBox="1">
            <a:spLocks noGrp="1"/>
          </p:cNvSpPr>
          <p:nvPr>
            <p:ph type="title"/>
          </p:nvPr>
        </p:nvSpPr>
        <p:spPr>
          <a:xfrm>
            <a:off x="609600" y="1143000"/>
            <a:ext cx="10972800" cy="10668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002060"/>
              </a:buClr>
              <a:buSzPts val="4000"/>
              <a:buFont typeface="Calibri"/>
              <a:buNone/>
            </a:pPr>
            <a:r>
              <a:rPr lang="en-US" b="1">
                <a:solidFill>
                  <a:srgbClr val="002060"/>
                </a:solidFill>
              </a:rPr>
              <a:t>Experimental Results</a:t>
            </a:r>
            <a:endParaRPr b="1">
              <a:solidFill>
                <a:srgbClr val="002060"/>
              </a:solidFill>
            </a:endParaRPr>
          </a:p>
        </p:txBody>
      </p:sp>
      <p:pic>
        <p:nvPicPr>
          <p:cNvPr id="339" name="Google Shape;339;p12"/>
          <p:cNvPicPr preferRelativeResize="0"/>
          <p:nvPr/>
        </p:nvPicPr>
        <p:blipFill rotWithShape="1">
          <a:blip r:embed="rId3">
            <a:alphaModFix/>
          </a:blip>
          <a:srcRect/>
          <a:stretch/>
        </p:blipFill>
        <p:spPr>
          <a:xfrm>
            <a:off x="44604" y="6327933"/>
            <a:ext cx="12102790" cy="524107"/>
          </a:xfrm>
          <a:prstGeom prst="rect">
            <a:avLst/>
          </a:prstGeom>
          <a:noFill/>
          <a:ln>
            <a:noFill/>
          </a:ln>
        </p:spPr>
      </p:pic>
      <p:graphicFrame>
        <p:nvGraphicFramePr>
          <p:cNvPr id="340" name="Google Shape;340;p12"/>
          <p:cNvGraphicFramePr/>
          <p:nvPr/>
        </p:nvGraphicFramePr>
        <p:xfrm>
          <a:off x="44604" y="6330906"/>
          <a:ext cx="12102800" cy="579130"/>
        </p:xfrm>
        <a:graphic>
          <a:graphicData uri="http://schemas.openxmlformats.org/drawingml/2006/table">
            <a:tbl>
              <a:tblPr firstRow="1" bandRow="1">
                <a:noFill/>
                <a:tableStyleId>{30D69AD8-29A4-4AA7-B508-2EB6D6330799}</a:tableStyleId>
              </a:tblPr>
              <a:tblGrid>
                <a:gridCol w="12102800">
                  <a:extLst>
                    <a:ext uri="{9D8B030D-6E8A-4147-A177-3AD203B41FA5}">
                      <a16:colId xmlns:a16="http://schemas.microsoft.com/office/drawing/2014/main" val="20000"/>
                    </a:ext>
                  </a:extLst>
                </a:gridCol>
              </a:tblGrid>
              <a:tr h="524100">
                <a:tc>
                  <a:txBody>
                    <a:bodyPr/>
                    <a:lstStyle/>
                    <a:p>
                      <a:pPr marL="0" marR="0" lvl="0" indent="0" algn="ctr" rtl="0">
                        <a:spcBef>
                          <a:spcPts val="0"/>
                        </a:spcBef>
                        <a:spcAft>
                          <a:spcPts val="0"/>
                        </a:spcAft>
                        <a:buNone/>
                      </a:pPr>
                      <a:r>
                        <a:rPr lang="en-US" sz="1600" u="none" strike="noStrike" cap="none">
                          <a:solidFill>
                            <a:schemeClr val="lt1"/>
                          </a:solidFill>
                          <a:latin typeface="Helvetica Neue"/>
                          <a:ea typeface="Helvetica Neue"/>
                          <a:cs typeface="Helvetica Neue"/>
                          <a:sym typeface="Helvetica Neue"/>
                        </a:rPr>
                        <a:t>CUET IT Business Incubator, Chattogram, Bangladesh</a:t>
                      </a:r>
                      <a:endParaRPr/>
                    </a:p>
                    <a:p>
                      <a:pPr marL="0" marR="0" lvl="0" indent="0" algn="ctr" rtl="0">
                        <a:spcBef>
                          <a:spcPts val="0"/>
                        </a:spcBef>
                        <a:spcAft>
                          <a:spcPts val="0"/>
                        </a:spcAft>
                        <a:buNone/>
                      </a:pPr>
                      <a:r>
                        <a:rPr lang="en-US" sz="1600" u="none" strike="noStrike" cap="none">
                          <a:solidFill>
                            <a:schemeClr val="lt1"/>
                          </a:solidFill>
                          <a:latin typeface="Helvetica Neue"/>
                          <a:ea typeface="Helvetica Neue"/>
                          <a:cs typeface="Helvetica Neue"/>
                          <a:sym typeface="Helvetica Neue"/>
                        </a:rPr>
                        <a:t>25</a:t>
                      </a:r>
                      <a:r>
                        <a:rPr lang="en-US" sz="1600" u="none" strike="noStrike" cap="none" baseline="30000">
                          <a:solidFill>
                            <a:schemeClr val="lt1"/>
                          </a:solidFill>
                          <a:latin typeface="Helvetica Neue"/>
                          <a:ea typeface="Helvetica Neue"/>
                          <a:cs typeface="Helvetica Neue"/>
                          <a:sym typeface="Helvetica Neue"/>
                        </a:rPr>
                        <a:t>th</a:t>
                      </a:r>
                      <a:r>
                        <a:rPr lang="en-US" sz="1600" u="none" strike="noStrike" cap="none">
                          <a:solidFill>
                            <a:schemeClr val="lt1"/>
                          </a:solidFill>
                          <a:latin typeface="Helvetica Neue"/>
                          <a:ea typeface="Helvetica Neue"/>
                          <a:cs typeface="Helvetica Neue"/>
                          <a:sym typeface="Helvetica Neue"/>
                        </a:rPr>
                        <a:t> &amp; 26</a:t>
                      </a:r>
                      <a:r>
                        <a:rPr lang="en-US" sz="1600" u="none" strike="noStrike" cap="none" baseline="30000">
                          <a:solidFill>
                            <a:schemeClr val="lt1"/>
                          </a:solidFill>
                          <a:latin typeface="Helvetica Neue"/>
                          <a:ea typeface="Helvetica Neue"/>
                          <a:cs typeface="Helvetica Neue"/>
                          <a:sym typeface="Helvetica Neue"/>
                        </a:rPr>
                        <a:t>th</a:t>
                      </a:r>
                      <a:r>
                        <a:rPr lang="en-US" sz="1600" u="none" strike="noStrike" cap="none">
                          <a:solidFill>
                            <a:schemeClr val="lt1"/>
                          </a:solidFill>
                          <a:latin typeface="Helvetica Neue"/>
                          <a:ea typeface="Helvetica Neue"/>
                          <a:cs typeface="Helvetica Neue"/>
                          <a:sym typeface="Helvetica Neue"/>
                        </a:rPr>
                        <a:t> September 2024</a:t>
                      </a:r>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86AB3"/>
                    </a:solidFill>
                  </a:tcPr>
                </a:tc>
                <a:extLst>
                  <a:ext uri="{0D108BD9-81ED-4DB2-BD59-A6C34878D82A}">
                    <a16:rowId xmlns:a16="http://schemas.microsoft.com/office/drawing/2014/main" val="10000"/>
                  </a:ext>
                </a:extLst>
              </a:tr>
            </a:tbl>
          </a:graphicData>
        </a:graphic>
      </p:graphicFrame>
      <p:grpSp>
        <p:nvGrpSpPr>
          <p:cNvPr id="341" name="Google Shape;341;p12"/>
          <p:cNvGrpSpPr/>
          <p:nvPr/>
        </p:nvGrpSpPr>
        <p:grpSpPr>
          <a:xfrm>
            <a:off x="11538857" y="5828369"/>
            <a:ext cx="338772" cy="362537"/>
            <a:chOff x="0" y="0"/>
            <a:chExt cx="812800" cy="869819"/>
          </a:xfrm>
        </p:grpSpPr>
        <p:sp>
          <p:nvSpPr>
            <p:cNvPr id="342" name="Google Shape;342;p12"/>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43" name="Google Shape;343;p12"/>
            <p:cNvSpPr txBox="1"/>
            <p:nvPr/>
          </p:nvSpPr>
          <p:spPr>
            <a:xfrm>
              <a:off x="76200" y="52970"/>
              <a:ext cx="660400" cy="735303"/>
            </a:xfrm>
            <a:prstGeom prst="rect">
              <a:avLst/>
            </a:prstGeom>
            <a:noFill/>
            <a:ln>
              <a:noFill/>
            </a:ln>
          </p:spPr>
          <p:txBody>
            <a:bodyPr spcFirstLastPara="1" wrap="square" lIns="33850" tIns="33850" rIns="33850" bIns="33850" anchor="ctr" anchorCtr="0">
              <a:noAutofit/>
            </a:bodyPr>
            <a:lstStyle/>
            <a:p>
              <a:pPr marL="0" marR="0" lvl="0" indent="0" algn="ctr" rtl="0">
                <a:lnSpc>
                  <a:spcPct val="140070"/>
                </a:lnSpc>
                <a:spcBef>
                  <a:spcPts val="0"/>
                </a:spcBef>
                <a:spcAft>
                  <a:spcPts val="0"/>
                </a:spcAft>
                <a:buNone/>
              </a:pPr>
              <a:r>
                <a:rPr lang="en-US" sz="1133">
                  <a:solidFill>
                    <a:srgbClr val="191919"/>
                  </a:solidFill>
                  <a:latin typeface="Arial"/>
                  <a:ea typeface="Arial"/>
                  <a:cs typeface="Arial"/>
                  <a:sym typeface="Arial"/>
                </a:rPr>
                <a:t>11</a:t>
              </a:r>
              <a:endParaRPr/>
            </a:p>
          </p:txBody>
        </p:sp>
      </p:grpSp>
      <p:grpSp>
        <p:nvGrpSpPr>
          <p:cNvPr id="344" name="Google Shape;344;p12"/>
          <p:cNvGrpSpPr/>
          <p:nvPr/>
        </p:nvGrpSpPr>
        <p:grpSpPr>
          <a:xfrm>
            <a:off x="640577" y="2143348"/>
            <a:ext cx="7305135" cy="3780931"/>
            <a:chOff x="1239748" y="2003107"/>
            <a:chExt cx="4154673" cy="2259997"/>
          </a:xfrm>
        </p:grpSpPr>
        <p:pic>
          <p:nvPicPr>
            <p:cNvPr id="345" name="Google Shape;345;p12"/>
            <p:cNvPicPr preferRelativeResize="0"/>
            <p:nvPr/>
          </p:nvPicPr>
          <p:blipFill rotWithShape="1">
            <a:blip r:embed="rId4">
              <a:alphaModFix/>
            </a:blip>
            <a:srcRect t="1446" r="443"/>
            <a:stretch/>
          </p:blipFill>
          <p:spPr>
            <a:xfrm>
              <a:off x="1239748" y="2003107"/>
              <a:ext cx="4154673" cy="2029683"/>
            </a:xfrm>
            <a:prstGeom prst="rect">
              <a:avLst/>
            </a:prstGeom>
            <a:noFill/>
            <a:ln>
              <a:noFill/>
            </a:ln>
          </p:spPr>
        </p:pic>
        <p:sp>
          <p:nvSpPr>
            <p:cNvPr id="346" name="Google Shape;346;p12"/>
            <p:cNvSpPr txBox="1"/>
            <p:nvPr/>
          </p:nvSpPr>
          <p:spPr>
            <a:xfrm>
              <a:off x="1389419" y="4042341"/>
              <a:ext cx="3917737" cy="2207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Fig: Training and Validation Loss (left) and Accuracy (right) over Epochs</a:t>
              </a:r>
              <a:endParaRPr/>
            </a:p>
          </p:txBody>
        </p:sp>
      </p:grpSp>
      <p:sp>
        <p:nvSpPr>
          <p:cNvPr id="347" name="Google Shape;347;p12"/>
          <p:cNvSpPr/>
          <p:nvPr/>
        </p:nvSpPr>
        <p:spPr>
          <a:xfrm>
            <a:off x="8250717" y="2078250"/>
            <a:ext cx="3331684" cy="3780522"/>
          </a:xfrm>
          <a:prstGeom prst="rect">
            <a:avLst/>
          </a:prstGeom>
          <a:noFill/>
          <a:ln>
            <a:noFill/>
          </a:ln>
        </p:spPr>
        <p:txBody>
          <a:bodyPr spcFirstLastPara="1" wrap="square" lIns="91425" tIns="45700" rIns="91425" bIns="45700" anchor="ctr" anchorCtr="0">
            <a:spAutoFit/>
          </a:bodyPr>
          <a:lstStyle/>
          <a:p>
            <a:pPr marL="285750" marR="0" lvl="0" indent="-285750" algn="just" rtl="0">
              <a:lnSpc>
                <a:spcPct val="15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It illustrates the model's improvement, with loss decreasing and accuracy increasing over 100 epochs, showing good generalization.</a:t>
            </a:r>
            <a:endParaRPr/>
          </a:p>
          <a:p>
            <a:pPr marL="0" marR="0" lvl="0" indent="0" algn="just" rtl="0">
              <a:lnSpc>
                <a:spcPct val="150000"/>
              </a:lnSpc>
              <a:spcBef>
                <a:spcPts val="0"/>
              </a:spcBef>
              <a:spcAft>
                <a:spcPts val="0"/>
              </a:spcAft>
              <a:buNone/>
            </a:pPr>
            <a:endParaRPr sz="1800" b="1" i="0" u="none" strike="noStrike" cap="none">
              <a:solidFill>
                <a:schemeClr val="dk1"/>
              </a:solidFill>
              <a:latin typeface="Arial"/>
              <a:ea typeface="Arial"/>
              <a:cs typeface="Arial"/>
              <a:sym typeface="Arial"/>
            </a:endParaRPr>
          </a:p>
          <a:p>
            <a:pPr marL="285750" marR="0" lvl="0" indent="-285750" algn="just" rtl="0">
              <a:lnSpc>
                <a:spcPct val="150000"/>
              </a:lnSpc>
              <a:spcBef>
                <a:spcPts val="0"/>
              </a:spcBef>
              <a:spcAft>
                <a:spcPts val="0"/>
              </a:spcAft>
              <a:buClr>
                <a:schemeClr val="dk1"/>
              </a:buClr>
              <a:buSzPts val="1800"/>
              <a:buFont typeface="Noto Sans Symbols"/>
              <a:buChar char="❑"/>
            </a:pPr>
            <a:r>
              <a:rPr lang="en-US" sz="1800" b="1">
                <a:solidFill>
                  <a:schemeClr val="dk1"/>
                </a:solidFill>
                <a:latin typeface="Arial"/>
                <a:ea typeface="Arial"/>
                <a:cs typeface="Arial"/>
                <a:sym typeface="Arial"/>
              </a:rPr>
              <a:t>T</a:t>
            </a:r>
            <a:r>
              <a:rPr lang="en-US" sz="1800" b="1" i="0" u="none" strike="noStrike" cap="none">
                <a:solidFill>
                  <a:schemeClr val="dk1"/>
                </a:solidFill>
                <a:latin typeface="Arial"/>
                <a:ea typeface="Arial"/>
                <a:cs typeface="Arial"/>
                <a:sym typeface="Arial"/>
              </a:rPr>
              <a:t>he best epoch with 90% validation accuracy.</a:t>
            </a:r>
            <a:endParaRPr/>
          </a:p>
        </p:txBody>
      </p:sp>
      <p:pic>
        <p:nvPicPr>
          <p:cNvPr id="348" name="Google Shape;348;p12"/>
          <p:cNvPicPr preferRelativeResize="0"/>
          <p:nvPr/>
        </p:nvPicPr>
        <p:blipFill rotWithShape="1">
          <a:blip r:embed="rId5">
            <a:alphaModFix/>
          </a:blip>
          <a:srcRect/>
          <a:stretch/>
        </p:blipFill>
        <p:spPr>
          <a:xfrm>
            <a:off x="132734" y="589296"/>
            <a:ext cx="946917" cy="584383"/>
          </a:xfrm>
          <a:prstGeom prst="rect">
            <a:avLst/>
          </a:prstGeom>
          <a:noFill/>
          <a:ln>
            <a:noFill/>
          </a:ln>
        </p:spPr>
      </p:pic>
      <p:sp>
        <p:nvSpPr>
          <p:cNvPr id="349" name="Google Shape;349;p12"/>
          <p:cNvSpPr/>
          <p:nvPr/>
        </p:nvSpPr>
        <p:spPr>
          <a:xfrm>
            <a:off x="44604" y="6317773"/>
            <a:ext cx="12102790" cy="579120"/>
          </a:xfrm>
          <a:prstGeom prst="rect">
            <a:avLst/>
          </a:prstGeom>
          <a:solidFill>
            <a:srgbClr val="286AB3"/>
          </a:solidFill>
          <a:ln w="12700" cap="flat" cmpd="sng">
            <a:solidFill>
              <a:srgbClr val="0070C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2000"/>
              <a:buFont typeface="Calibri"/>
              <a:buNone/>
            </a:pPr>
            <a:r>
              <a:rPr lang="en-US" sz="2000" b="1">
                <a:solidFill>
                  <a:schemeClr val="lt1"/>
                </a:solidFill>
                <a:latin typeface="Calibri"/>
                <a:ea typeface="Calibri"/>
                <a:cs typeface="Calibri"/>
                <a:sym typeface="Calibri"/>
              </a:rPr>
              <a:t>CUET, Chattogram, Bangladesh</a:t>
            </a:r>
            <a:endParaRPr/>
          </a:p>
          <a:p>
            <a:pPr marL="0" marR="0" lvl="0" indent="0" algn="ctr" rtl="0">
              <a:spcBef>
                <a:spcPts val="0"/>
              </a:spcBef>
              <a:spcAft>
                <a:spcPts val="0"/>
              </a:spcAft>
              <a:buClr>
                <a:schemeClr val="lt1"/>
              </a:buClr>
              <a:buSzPts val="1800"/>
              <a:buFont typeface="Calibri"/>
              <a:buNone/>
            </a:pPr>
            <a:r>
              <a:rPr lang="en-US" sz="1800" b="1">
                <a:solidFill>
                  <a:schemeClr val="lt1"/>
                </a:solidFill>
                <a:latin typeface="Calibri"/>
                <a:ea typeface="Calibri"/>
                <a:cs typeface="Calibri"/>
                <a:sym typeface="Calibri"/>
              </a:rPr>
              <a:t>13</a:t>
            </a:r>
            <a:r>
              <a:rPr lang="en-US" sz="1800" b="1" baseline="30000">
                <a:solidFill>
                  <a:schemeClr val="lt1"/>
                </a:solidFill>
                <a:latin typeface="Calibri"/>
                <a:ea typeface="Calibri"/>
                <a:cs typeface="Calibri"/>
                <a:sym typeface="Calibri"/>
              </a:rPr>
              <a:t>th</a:t>
            </a:r>
            <a:r>
              <a:rPr lang="en-US" sz="1800" b="1">
                <a:solidFill>
                  <a:schemeClr val="lt1"/>
                </a:solidFill>
                <a:latin typeface="Calibri"/>
                <a:ea typeface="Calibri"/>
                <a:cs typeface="Calibri"/>
                <a:sym typeface="Calibri"/>
              </a:rPr>
              <a:t> – 15</a:t>
            </a:r>
            <a:r>
              <a:rPr lang="en-US" sz="1800" b="1" baseline="30000">
                <a:solidFill>
                  <a:schemeClr val="lt1"/>
                </a:solidFill>
                <a:latin typeface="Calibri"/>
                <a:ea typeface="Calibri"/>
                <a:cs typeface="Calibri"/>
                <a:sym typeface="Calibri"/>
              </a:rPr>
              <a:t>th</a:t>
            </a:r>
            <a:r>
              <a:rPr lang="en-US" sz="1800" b="1">
                <a:solidFill>
                  <a:schemeClr val="lt1"/>
                </a:solidFill>
                <a:latin typeface="Calibri"/>
                <a:ea typeface="Calibri"/>
                <a:cs typeface="Calibri"/>
                <a:sym typeface="Calibri"/>
              </a:rPr>
              <a:t> February 2025</a:t>
            </a:r>
            <a:endParaRPr sz="1800">
              <a:solidFill>
                <a:schemeClr val="dk1"/>
              </a:solidFill>
              <a:latin typeface="Calibri"/>
              <a:ea typeface="Calibri"/>
              <a:cs typeface="Calibri"/>
              <a:sym typeface="Calibri"/>
            </a:endParaRPr>
          </a:p>
        </p:txBody>
      </p:sp>
      <p:sp>
        <p:nvSpPr>
          <p:cNvPr id="350" name="Google Shape;350;p12"/>
          <p:cNvSpPr txBox="1">
            <a:spLocks noGrp="1"/>
          </p:cNvSpPr>
          <p:nvPr>
            <p:ph type="dt" idx="10"/>
          </p:nvPr>
        </p:nvSpPr>
        <p:spPr>
          <a:xfrm>
            <a:off x="44604" y="5915810"/>
            <a:ext cx="2876396" cy="412123"/>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sz="2000" b="1">
                <a:solidFill>
                  <a:srgbClr val="002060"/>
                </a:solidFill>
                <a:latin typeface="Times New Roman"/>
                <a:ea typeface="Times New Roman"/>
                <a:cs typeface="Times New Roman"/>
                <a:sym typeface="Times New Roman"/>
              </a:rPr>
              <a:t>13</a:t>
            </a:r>
            <a:r>
              <a:rPr lang="en-US" sz="2000" b="1" baseline="30000">
                <a:solidFill>
                  <a:srgbClr val="002060"/>
                </a:solidFill>
                <a:latin typeface="Times New Roman"/>
                <a:ea typeface="Times New Roman"/>
                <a:cs typeface="Times New Roman"/>
                <a:sym typeface="Times New Roman"/>
              </a:rPr>
              <a:t>th</a:t>
            </a:r>
            <a:r>
              <a:rPr lang="en-US" sz="2000" b="1">
                <a:solidFill>
                  <a:srgbClr val="002060"/>
                </a:solidFill>
                <a:latin typeface="Times New Roman"/>
                <a:ea typeface="Times New Roman"/>
                <a:cs typeface="Times New Roman"/>
                <a:sym typeface="Times New Roman"/>
              </a:rPr>
              <a:t> February 2025</a:t>
            </a:r>
            <a:endParaRPr/>
          </a:p>
        </p:txBody>
      </p:sp>
      <p:sp>
        <p:nvSpPr>
          <p:cNvPr id="351" name="Google Shape;351;p12"/>
          <p:cNvSpPr/>
          <p:nvPr/>
        </p:nvSpPr>
        <p:spPr>
          <a:xfrm>
            <a:off x="10607040" y="671238"/>
            <a:ext cx="1231221" cy="514423"/>
          </a:xfrm>
          <a:prstGeom prst="rect">
            <a:avLst/>
          </a:prstGeom>
          <a:blipFill rotWithShape="1">
            <a:blip r:embed="rId6">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grpSp>
        <p:nvGrpSpPr>
          <p:cNvPr id="357" name="Google Shape;357;p13"/>
          <p:cNvGrpSpPr/>
          <p:nvPr/>
        </p:nvGrpSpPr>
        <p:grpSpPr>
          <a:xfrm>
            <a:off x="0" y="0"/>
            <a:ext cx="12192000" cy="625651"/>
            <a:chOff x="0" y="0"/>
            <a:chExt cx="12192000" cy="625651"/>
          </a:xfrm>
        </p:grpSpPr>
        <p:sp>
          <p:nvSpPr>
            <p:cNvPr id="358" name="Google Shape;358;p13"/>
            <p:cNvSpPr/>
            <p:nvPr/>
          </p:nvSpPr>
          <p:spPr>
            <a:xfrm>
              <a:off x="0" y="0"/>
              <a:ext cx="12192000" cy="441885"/>
            </a:xfrm>
            <a:prstGeom prst="flowChartProcess">
              <a:avLst/>
            </a:prstGeom>
            <a:solidFill>
              <a:srgbClr val="FAA41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9" name="Google Shape;359;p13"/>
            <p:cNvSpPr/>
            <p:nvPr/>
          </p:nvSpPr>
          <p:spPr>
            <a:xfrm>
              <a:off x="7199086" y="441885"/>
              <a:ext cx="4992913" cy="183766"/>
            </a:xfrm>
            <a:prstGeom prst="flowChartProcess">
              <a:avLst/>
            </a:prstGeom>
            <a:solidFill>
              <a:srgbClr val="45448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360" name="Google Shape;360;p13"/>
          <p:cNvSpPr txBox="1">
            <a:spLocks noGrp="1"/>
          </p:cNvSpPr>
          <p:nvPr>
            <p:ph type="title"/>
          </p:nvPr>
        </p:nvSpPr>
        <p:spPr>
          <a:xfrm>
            <a:off x="609600" y="1143000"/>
            <a:ext cx="10972800" cy="10668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002060"/>
              </a:buClr>
              <a:buSzPts val="4000"/>
              <a:buFont typeface="Calibri"/>
              <a:buNone/>
            </a:pPr>
            <a:r>
              <a:rPr lang="en-US" b="1">
                <a:solidFill>
                  <a:srgbClr val="002060"/>
                </a:solidFill>
              </a:rPr>
              <a:t>Experimental Results</a:t>
            </a:r>
            <a:endParaRPr b="1">
              <a:solidFill>
                <a:srgbClr val="002060"/>
              </a:solidFill>
            </a:endParaRPr>
          </a:p>
        </p:txBody>
      </p:sp>
      <p:pic>
        <p:nvPicPr>
          <p:cNvPr id="361" name="Google Shape;361;p13"/>
          <p:cNvPicPr preferRelativeResize="0"/>
          <p:nvPr/>
        </p:nvPicPr>
        <p:blipFill rotWithShape="1">
          <a:blip r:embed="rId3">
            <a:alphaModFix/>
          </a:blip>
          <a:srcRect/>
          <a:stretch/>
        </p:blipFill>
        <p:spPr>
          <a:xfrm>
            <a:off x="44604" y="6327933"/>
            <a:ext cx="12102790" cy="524107"/>
          </a:xfrm>
          <a:prstGeom prst="rect">
            <a:avLst/>
          </a:prstGeom>
          <a:noFill/>
          <a:ln>
            <a:noFill/>
          </a:ln>
        </p:spPr>
      </p:pic>
      <p:graphicFrame>
        <p:nvGraphicFramePr>
          <p:cNvPr id="362" name="Google Shape;362;p13"/>
          <p:cNvGraphicFramePr/>
          <p:nvPr/>
        </p:nvGraphicFramePr>
        <p:xfrm>
          <a:off x="44604" y="6330906"/>
          <a:ext cx="12102800" cy="579130"/>
        </p:xfrm>
        <a:graphic>
          <a:graphicData uri="http://schemas.openxmlformats.org/drawingml/2006/table">
            <a:tbl>
              <a:tblPr firstRow="1" bandRow="1">
                <a:noFill/>
                <a:tableStyleId>{30D69AD8-29A4-4AA7-B508-2EB6D6330799}</a:tableStyleId>
              </a:tblPr>
              <a:tblGrid>
                <a:gridCol w="12102800">
                  <a:extLst>
                    <a:ext uri="{9D8B030D-6E8A-4147-A177-3AD203B41FA5}">
                      <a16:colId xmlns:a16="http://schemas.microsoft.com/office/drawing/2014/main" val="20000"/>
                    </a:ext>
                  </a:extLst>
                </a:gridCol>
              </a:tblGrid>
              <a:tr h="524100">
                <a:tc>
                  <a:txBody>
                    <a:bodyPr/>
                    <a:lstStyle/>
                    <a:p>
                      <a:pPr marL="0" marR="0" lvl="0" indent="0" algn="ctr" rtl="0">
                        <a:spcBef>
                          <a:spcPts val="0"/>
                        </a:spcBef>
                        <a:spcAft>
                          <a:spcPts val="0"/>
                        </a:spcAft>
                        <a:buNone/>
                      </a:pPr>
                      <a:r>
                        <a:rPr lang="en-US" sz="1600" u="none" strike="noStrike" cap="none">
                          <a:solidFill>
                            <a:schemeClr val="lt1"/>
                          </a:solidFill>
                          <a:latin typeface="Helvetica Neue"/>
                          <a:ea typeface="Helvetica Neue"/>
                          <a:cs typeface="Helvetica Neue"/>
                          <a:sym typeface="Helvetica Neue"/>
                        </a:rPr>
                        <a:t>CUET IT Business Incubator, Chattogram, Bangladesh</a:t>
                      </a:r>
                      <a:endParaRPr/>
                    </a:p>
                    <a:p>
                      <a:pPr marL="0" marR="0" lvl="0" indent="0" algn="ctr" rtl="0">
                        <a:spcBef>
                          <a:spcPts val="0"/>
                        </a:spcBef>
                        <a:spcAft>
                          <a:spcPts val="0"/>
                        </a:spcAft>
                        <a:buNone/>
                      </a:pPr>
                      <a:r>
                        <a:rPr lang="en-US" sz="1600" u="none" strike="noStrike" cap="none">
                          <a:solidFill>
                            <a:schemeClr val="lt1"/>
                          </a:solidFill>
                          <a:latin typeface="Helvetica Neue"/>
                          <a:ea typeface="Helvetica Neue"/>
                          <a:cs typeface="Helvetica Neue"/>
                          <a:sym typeface="Helvetica Neue"/>
                        </a:rPr>
                        <a:t>25</a:t>
                      </a:r>
                      <a:r>
                        <a:rPr lang="en-US" sz="1600" u="none" strike="noStrike" cap="none" baseline="30000">
                          <a:solidFill>
                            <a:schemeClr val="lt1"/>
                          </a:solidFill>
                          <a:latin typeface="Helvetica Neue"/>
                          <a:ea typeface="Helvetica Neue"/>
                          <a:cs typeface="Helvetica Neue"/>
                          <a:sym typeface="Helvetica Neue"/>
                        </a:rPr>
                        <a:t>th</a:t>
                      </a:r>
                      <a:r>
                        <a:rPr lang="en-US" sz="1600" u="none" strike="noStrike" cap="none">
                          <a:solidFill>
                            <a:schemeClr val="lt1"/>
                          </a:solidFill>
                          <a:latin typeface="Helvetica Neue"/>
                          <a:ea typeface="Helvetica Neue"/>
                          <a:cs typeface="Helvetica Neue"/>
                          <a:sym typeface="Helvetica Neue"/>
                        </a:rPr>
                        <a:t> &amp; 26</a:t>
                      </a:r>
                      <a:r>
                        <a:rPr lang="en-US" sz="1600" u="none" strike="noStrike" cap="none" baseline="30000">
                          <a:solidFill>
                            <a:schemeClr val="lt1"/>
                          </a:solidFill>
                          <a:latin typeface="Helvetica Neue"/>
                          <a:ea typeface="Helvetica Neue"/>
                          <a:cs typeface="Helvetica Neue"/>
                          <a:sym typeface="Helvetica Neue"/>
                        </a:rPr>
                        <a:t>th</a:t>
                      </a:r>
                      <a:r>
                        <a:rPr lang="en-US" sz="1600" u="none" strike="noStrike" cap="none">
                          <a:solidFill>
                            <a:schemeClr val="lt1"/>
                          </a:solidFill>
                          <a:latin typeface="Helvetica Neue"/>
                          <a:ea typeface="Helvetica Neue"/>
                          <a:cs typeface="Helvetica Neue"/>
                          <a:sym typeface="Helvetica Neue"/>
                        </a:rPr>
                        <a:t> September 2024</a:t>
                      </a:r>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86AB3"/>
                    </a:solidFill>
                  </a:tcPr>
                </a:tc>
                <a:extLst>
                  <a:ext uri="{0D108BD9-81ED-4DB2-BD59-A6C34878D82A}">
                    <a16:rowId xmlns:a16="http://schemas.microsoft.com/office/drawing/2014/main" val="10000"/>
                  </a:ext>
                </a:extLst>
              </a:tr>
            </a:tbl>
          </a:graphicData>
        </a:graphic>
      </p:graphicFrame>
      <p:grpSp>
        <p:nvGrpSpPr>
          <p:cNvPr id="363" name="Google Shape;363;p13"/>
          <p:cNvGrpSpPr/>
          <p:nvPr/>
        </p:nvGrpSpPr>
        <p:grpSpPr>
          <a:xfrm>
            <a:off x="11538857" y="5828369"/>
            <a:ext cx="338772" cy="362537"/>
            <a:chOff x="0" y="0"/>
            <a:chExt cx="812800" cy="869819"/>
          </a:xfrm>
        </p:grpSpPr>
        <p:sp>
          <p:nvSpPr>
            <p:cNvPr id="364" name="Google Shape;364;p13"/>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65" name="Google Shape;365;p13"/>
            <p:cNvSpPr txBox="1"/>
            <p:nvPr/>
          </p:nvSpPr>
          <p:spPr>
            <a:xfrm>
              <a:off x="76200" y="52970"/>
              <a:ext cx="660400" cy="735303"/>
            </a:xfrm>
            <a:prstGeom prst="rect">
              <a:avLst/>
            </a:prstGeom>
            <a:noFill/>
            <a:ln>
              <a:noFill/>
            </a:ln>
          </p:spPr>
          <p:txBody>
            <a:bodyPr spcFirstLastPara="1" wrap="square" lIns="33850" tIns="33850" rIns="33850" bIns="33850" anchor="ctr" anchorCtr="0">
              <a:noAutofit/>
            </a:bodyPr>
            <a:lstStyle/>
            <a:p>
              <a:pPr marL="0" marR="0" lvl="0" indent="0" algn="ctr" rtl="0">
                <a:lnSpc>
                  <a:spcPct val="140070"/>
                </a:lnSpc>
                <a:spcBef>
                  <a:spcPts val="0"/>
                </a:spcBef>
                <a:spcAft>
                  <a:spcPts val="0"/>
                </a:spcAft>
                <a:buNone/>
              </a:pPr>
              <a:r>
                <a:rPr lang="en-US" sz="1133">
                  <a:solidFill>
                    <a:srgbClr val="191919"/>
                  </a:solidFill>
                  <a:latin typeface="Arial"/>
                  <a:ea typeface="Arial"/>
                  <a:cs typeface="Arial"/>
                  <a:sym typeface="Arial"/>
                </a:rPr>
                <a:t>12</a:t>
              </a:r>
              <a:endParaRPr/>
            </a:p>
          </p:txBody>
        </p:sp>
      </p:grpSp>
      <p:sp>
        <p:nvSpPr>
          <p:cNvPr id="366" name="Google Shape;366;p13"/>
          <p:cNvSpPr txBox="1"/>
          <p:nvPr/>
        </p:nvSpPr>
        <p:spPr>
          <a:xfrm>
            <a:off x="2198732" y="5468176"/>
            <a:ext cx="8983256" cy="4114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Fig: Original Mask, Predicted Mask and Processed Mask for selected flood scenarios.</a:t>
            </a:r>
            <a:endParaRPr/>
          </a:p>
        </p:txBody>
      </p:sp>
      <p:grpSp>
        <p:nvGrpSpPr>
          <p:cNvPr id="367" name="Google Shape;367;p13"/>
          <p:cNvGrpSpPr/>
          <p:nvPr/>
        </p:nvGrpSpPr>
        <p:grpSpPr>
          <a:xfrm>
            <a:off x="1778496" y="2219322"/>
            <a:ext cx="8607112" cy="3139999"/>
            <a:chOff x="1079651" y="2029967"/>
            <a:chExt cx="8865313" cy="3004075"/>
          </a:xfrm>
        </p:grpSpPr>
        <p:sp>
          <p:nvSpPr>
            <p:cNvPr id="368" name="Google Shape;368;p13"/>
            <p:cNvSpPr/>
            <p:nvPr/>
          </p:nvSpPr>
          <p:spPr>
            <a:xfrm>
              <a:off x="1079651" y="2029967"/>
              <a:ext cx="3848965" cy="3004075"/>
            </a:xfrm>
            <a:prstGeom prst="rect">
              <a:avLst/>
            </a:prstGeom>
            <a:blipFill rotWithShape="1">
              <a:blip r:embed="rId4">
                <a:alphaModFix/>
              </a:blip>
              <a:stretch>
                <a:fillRect/>
              </a:stretch>
            </a:blip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9" name="Google Shape;369;p13"/>
            <p:cNvSpPr/>
            <p:nvPr/>
          </p:nvSpPr>
          <p:spPr>
            <a:xfrm>
              <a:off x="6095999" y="2029967"/>
              <a:ext cx="3848965" cy="3004075"/>
            </a:xfrm>
            <a:prstGeom prst="rect">
              <a:avLst/>
            </a:prstGeom>
            <a:blipFill rotWithShape="1">
              <a:blip r:embed="rId5">
                <a:alphaModFix/>
              </a:blip>
              <a:stretch>
                <a:fillRect/>
              </a:stretch>
            </a:blipFill>
            <a:ln w="9525" cap="flat" cmpd="sng">
              <a:solidFill>
                <a:srgbClr val="40551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pic>
        <p:nvPicPr>
          <p:cNvPr id="370" name="Google Shape;370;p13"/>
          <p:cNvPicPr preferRelativeResize="0"/>
          <p:nvPr/>
        </p:nvPicPr>
        <p:blipFill rotWithShape="1">
          <a:blip r:embed="rId6">
            <a:alphaModFix/>
          </a:blip>
          <a:srcRect/>
          <a:stretch/>
        </p:blipFill>
        <p:spPr>
          <a:xfrm>
            <a:off x="132734" y="589296"/>
            <a:ext cx="946917" cy="584383"/>
          </a:xfrm>
          <a:prstGeom prst="rect">
            <a:avLst/>
          </a:prstGeom>
          <a:noFill/>
          <a:ln>
            <a:noFill/>
          </a:ln>
        </p:spPr>
      </p:pic>
      <p:sp>
        <p:nvSpPr>
          <p:cNvPr id="371" name="Google Shape;371;p13"/>
          <p:cNvSpPr/>
          <p:nvPr/>
        </p:nvSpPr>
        <p:spPr>
          <a:xfrm>
            <a:off x="44604" y="6317773"/>
            <a:ext cx="12102790" cy="579120"/>
          </a:xfrm>
          <a:prstGeom prst="rect">
            <a:avLst/>
          </a:prstGeom>
          <a:solidFill>
            <a:srgbClr val="286AB3"/>
          </a:solidFill>
          <a:ln w="12700" cap="flat" cmpd="sng">
            <a:solidFill>
              <a:srgbClr val="0070C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2000"/>
              <a:buFont typeface="Calibri"/>
              <a:buNone/>
            </a:pPr>
            <a:r>
              <a:rPr lang="en-US" sz="2000" b="1">
                <a:solidFill>
                  <a:schemeClr val="lt1"/>
                </a:solidFill>
                <a:latin typeface="Calibri"/>
                <a:ea typeface="Calibri"/>
                <a:cs typeface="Calibri"/>
                <a:sym typeface="Calibri"/>
              </a:rPr>
              <a:t>CUET, Chattogram, Bangladesh</a:t>
            </a:r>
            <a:endParaRPr/>
          </a:p>
          <a:p>
            <a:pPr marL="0" marR="0" lvl="0" indent="0" algn="ctr" rtl="0">
              <a:spcBef>
                <a:spcPts val="0"/>
              </a:spcBef>
              <a:spcAft>
                <a:spcPts val="0"/>
              </a:spcAft>
              <a:buClr>
                <a:schemeClr val="lt1"/>
              </a:buClr>
              <a:buSzPts val="1800"/>
              <a:buFont typeface="Calibri"/>
              <a:buNone/>
            </a:pPr>
            <a:r>
              <a:rPr lang="en-US" sz="1800" b="1">
                <a:solidFill>
                  <a:schemeClr val="lt1"/>
                </a:solidFill>
                <a:latin typeface="Calibri"/>
                <a:ea typeface="Calibri"/>
                <a:cs typeface="Calibri"/>
                <a:sym typeface="Calibri"/>
              </a:rPr>
              <a:t>13</a:t>
            </a:r>
            <a:r>
              <a:rPr lang="en-US" sz="1800" b="1" baseline="30000">
                <a:solidFill>
                  <a:schemeClr val="lt1"/>
                </a:solidFill>
                <a:latin typeface="Calibri"/>
                <a:ea typeface="Calibri"/>
                <a:cs typeface="Calibri"/>
                <a:sym typeface="Calibri"/>
              </a:rPr>
              <a:t>th</a:t>
            </a:r>
            <a:r>
              <a:rPr lang="en-US" sz="1800" b="1">
                <a:solidFill>
                  <a:schemeClr val="lt1"/>
                </a:solidFill>
                <a:latin typeface="Calibri"/>
                <a:ea typeface="Calibri"/>
                <a:cs typeface="Calibri"/>
                <a:sym typeface="Calibri"/>
              </a:rPr>
              <a:t> – 15</a:t>
            </a:r>
            <a:r>
              <a:rPr lang="en-US" sz="1800" b="1" baseline="30000">
                <a:solidFill>
                  <a:schemeClr val="lt1"/>
                </a:solidFill>
                <a:latin typeface="Calibri"/>
                <a:ea typeface="Calibri"/>
                <a:cs typeface="Calibri"/>
                <a:sym typeface="Calibri"/>
              </a:rPr>
              <a:t>th</a:t>
            </a:r>
            <a:r>
              <a:rPr lang="en-US" sz="1800" b="1">
                <a:solidFill>
                  <a:schemeClr val="lt1"/>
                </a:solidFill>
                <a:latin typeface="Calibri"/>
                <a:ea typeface="Calibri"/>
                <a:cs typeface="Calibri"/>
                <a:sym typeface="Calibri"/>
              </a:rPr>
              <a:t> February 2025</a:t>
            </a:r>
            <a:endParaRPr sz="1800">
              <a:solidFill>
                <a:schemeClr val="dk1"/>
              </a:solidFill>
              <a:latin typeface="Calibri"/>
              <a:ea typeface="Calibri"/>
              <a:cs typeface="Calibri"/>
              <a:sym typeface="Calibri"/>
            </a:endParaRPr>
          </a:p>
        </p:txBody>
      </p:sp>
      <p:sp>
        <p:nvSpPr>
          <p:cNvPr id="372" name="Google Shape;372;p13"/>
          <p:cNvSpPr txBox="1">
            <a:spLocks noGrp="1"/>
          </p:cNvSpPr>
          <p:nvPr>
            <p:ph type="dt" idx="10"/>
          </p:nvPr>
        </p:nvSpPr>
        <p:spPr>
          <a:xfrm>
            <a:off x="44604" y="5915810"/>
            <a:ext cx="2876396" cy="412123"/>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sz="2000" b="1">
                <a:solidFill>
                  <a:srgbClr val="002060"/>
                </a:solidFill>
                <a:latin typeface="Times New Roman"/>
                <a:ea typeface="Times New Roman"/>
                <a:cs typeface="Times New Roman"/>
                <a:sym typeface="Times New Roman"/>
              </a:rPr>
              <a:t>13</a:t>
            </a:r>
            <a:r>
              <a:rPr lang="en-US" sz="2000" b="1" baseline="30000">
                <a:solidFill>
                  <a:srgbClr val="002060"/>
                </a:solidFill>
                <a:latin typeface="Times New Roman"/>
                <a:ea typeface="Times New Roman"/>
                <a:cs typeface="Times New Roman"/>
                <a:sym typeface="Times New Roman"/>
              </a:rPr>
              <a:t>th</a:t>
            </a:r>
            <a:r>
              <a:rPr lang="en-US" sz="2000" b="1">
                <a:solidFill>
                  <a:srgbClr val="002060"/>
                </a:solidFill>
                <a:latin typeface="Times New Roman"/>
                <a:ea typeface="Times New Roman"/>
                <a:cs typeface="Times New Roman"/>
                <a:sym typeface="Times New Roman"/>
              </a:rPr>
              <a:t> February 2025</a:t>
            </a:r>
            <a:endParaRPr/>
          </a:p>
        </p:txBody>
      </p:sp>
      <p:sp>
        <p:nvSpPr>
          <p:cNvPr id="373" name="Google Shape;373;p13"/>
          <p:cNvSpPr/>
          <p:nvPr/>
        </p:nvSpPr>
        <p:spPr>
          <a:xfrm>
            <a:off x="10607040" y="671238"/>
            <a:ext cx="1231221" cy="514423"/>
          </a:xfrm>
          <a:prstGeom prst="rect">
            <a:avLst/>
          </a:prstGeom>
          <a:blipFill rotWithShape="1">
            <a:blip r:embed="rId7">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grpSp>
        <p:nvGrpSpPr>
          <p:cNvPr id="379" name="Google Shape;379;p14"/>
          <p:cNvGrpSpPr/>
          <p:nvPr/>
        </p:nvGrpSpPr>
        <p:grpSpPr>
          <a:xfrm>
            <a:off x="0" y="0"/>
            <a:ext cx="12192000" cy="625651"/>
            <a:chOff x="0" y="0"/>
            <a:chExt cx="12192000" cy="625651"/>
          </a:xfrm>
        </p:grpSpPr>
        <p:sp>
          <p:nvSpPr>
            <p:cNvPr id="380" name="Google Shape;380;p14"/>
            <p:cNvSpPr/>
            <p:nvPr/>
          </p:nvSpPr>
          <p:spPr>
            <a:xfrm>
              <a:off x="0" y="0"/>
              <a:ext cx="12192000" cy="441885"/>
            </a:xfrm>
            <a:prstGeom prst="flowChartProcess">
              <a:avLst/>
            </a:prstGeom>
            <a:solidFill>
              <a:srgbClr val="FAA41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1" name="Google Shape;381;p14"/>
            <p:cNvSpPr/>
            <p:nvPr/>
          </p:nvSpPr>
          <p:spPr>
            <a:xfrm>
              <a:off x="7199086" y="441885"/>
              <a:ext cx="4992913" cy="183766"/>
            </a:xfrm>
            <a:prstGeom prst="flowChartProcess">
              <a:avLst/>
            </a:prstGeom>
            <a:solidFill>
              <a:srgbClr val="45448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382" name="Google Shape;382;p14"/>
          <p:cNvSpPr txBox="1">
            <a:spLocks noGrp="1"/>
          </p:cNvSpPr>
          <p:nvPr>
            <p:ph type="title"/>
          </p:nvPr>
        </p:nvSpPr>
        <p:spPr>
          <a:xfrm>
            <a:off x="609600" y="1143000"/>
            <a:ext cx="10972800" cy="10668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002060"/>
              </a:buClr>
              <a:buSzPts val="4000"/>
              <a:buFont typeface="Calibri"/>
              <a:buNone/>
            </a:pPr>
            <a:r>
              <a:rPr lang="en-US" b="1">
                <a:solidFill>
                  <a:srgbClr val="002060"/>
                </a:solidFill>
              </a:rPr>
              <a:t>Conclusion</a:t>
            </a:r>
            <a:endParaRPr b="1">
              <a:solidFill>
                <a:srgbClr val="002060"/>
              </a:solidFill>
            </a:endParaRPr>
          </a:p>
        </p:txBody>
      </p:sp>
      <p:pic>
        <p:nvPicPr>
          <p:cNvPr id="383" name="Google Shape;383;p14"/>
          <p:cNvPicPr preferRelativeResize="0"/>
          <p:nvPr/>
        </p:nvPicPr>
        <p:blipFill rotWithShape="1">
          <a:blip r:embed="rId3">
            <a:alphaModFix/>
          </a:blip>
          <a:srcRect/>
          <a:stretch/>
        </p:blipFill>
        <p:spPr>
          <a:xfrm>
            <a:off x="44604" y="6327933"/>
            <a:ext cx="12102790" cy="524107"/>
          </a:xfrm>
          <a:prstGeom prst="rect">
            <a:avLst/>
          </a:prstGeom>
          <a:noFill/>
          <a:ln>
            <a:noFill/>
          </a:ln>
        </p:spPr>
      </p:pic>
      <p:sp>
        <p:nvSpPr>
          <p:cNvPr id="384" name="Google Shape;384;p14"/>
          <p:cNvSpPr/>
          <p:nvPr/>
        </p:nvSpPr>
        <p:spPr>
          <a:xfrm>
            <a:off x="807266" y="1727427"/>
            <a:ext cx="10775134" cy="3780522"/>
          </a:xfrm>
          <a:prstGeom prst="rect">
            <a:avLst/>
          </a:prstGeom>
          <a:noFill/>
          <a:ln>
            <a:noFill/>
          </a:ln>
        </p:spPr>
        <p:txBody>
          <a:bodyPr spcFirstLastPara="1" wrap="square" lIns="91425" tIns="45700" rIns="91425" bIns="45700" anchor="ctr" anchorCtr="0">
            <a:spAutoFit/>
          </a:bodyPr>
          <a:lstStyle/>
          <a:p>
            <a:pPr marL="0" marR="0" lvl="0" indent="0" algn="l" rtl="0">
              <a:lnSpc>
                <a:spcPct val="150000"/>
              </a:lnSpc>
              <a:spcBef>
                <a:spcPts val="0"/>
              </a:spcBef>
              <a:spcAft>
                <a:spcPts val="0"/>
              </a:spcAft>
              <a:buNone/>
            </a:pPr>
            <a:endParaRPr sz="1800" b="1" i="0" u="none" strike="noStrike" cap="none">
              <a:solidFill>
                <a:srgbClr val="7030A0"/>
              </a:solidFill>
              <a:latin typeface="Arial"/>
              <a:ea typeface="Arial"/>
              <a:cs typeface="Arial"/>
              <a:sym typeface="Arial"/>
            </a:endParaRPr>
          </a:p>
          <a:p>
            <a:pPr marL="342900" marR="0" lvl="0" indent="-342900" algn="just" rtl="0">
              <a:lnSpc>
                <a:spcPct val="15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This study presents a U-Net-based deep learning model for flood detection, achieving 90% validation accuracy.</a:t>
            </a:r>
            <a:endParaRPr/>
          </a:p>
          <a:p>
            <a:pPr marL="342900" marR="0" lvl="0" indent="-342900" algn="just" rtl="0">
              <a:lnSpc>
                <a:spcPct val="15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The model’s adaptability ensures effective segmentation of flooded areas, especially in flood-prone regions like Bangladesh.</a:t>
            </a:r>
            <a:endParaRPr/>
          </a:p>
          <a:p>
            <a:pPr marL="342900" marR="0" lvl="0" indent="-342900" algn="just" rtl="0">
              <a:lnSpc>
                <a:spcPct val="15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It’s efficiency and scalability make it a valuable tool for real-time disaster mitigation.</a:t>
            </a:r>
            <a:endParaRPr/>
          </a:p>
          <a:p>
            <a:pPr marL="342900" marR="0" lvl="0" indent="-342900" algn="just" rtl="0">
              <a:lnSpc>
                <a:spcPct val="150000"/>
              </a:lnSpc>
              <a:spcBef>
                <a:spcPts val="0"/>
              </a:spcBef>
              <a:spcAft>
                <a:spcPts val="0"/>
              </a:spcAft>
              <a:buClr>
                <a:schemeClr val="dk1"/>
              </a:buClr>
              <a:buSzPts val="1800"/>
              <a:buFont typeface="Noto Sans Symbols"/>
              <a:buChar char="❑"/>
            </a:pPr>
            <a:r>
              <a:rPr lang="en-US" sz="1800" b="1">
                <a:solidFill>
                  <a:schemeClr val="dk1"/>
                </a:solidFill>
                <a:latin typeface="Arial"/>
                <a:ea typeface="Arial"/>
                <a:cs typeface="Arial"/>
                <a:sym typeface="Arial"/>
              </a:rPr>
              <a:t>I</a:t>
            </a:r>
            <a:r>
              <a:rPr lang="en-US" sz="1800" b="1" i="0" u="none" strike="noStrike" cap="none">
                <a:solidFill>
                  <a:schemeClr val="dk1"/>
                </a:solidFill>
                <a:latin typeface="Arial"/>
                <a:ea typeface="Arial"/>
                <a:cs typeface="Arial"/>
                <a:sym typeface="Arial"/>
              </a:rPr>
              <a:t>t enhances urban planning and flood response strategies.</a:t>
            </a:r>
            <a:endParaRPr/>
          </a:p>
          <a:p>
            <a:pPr marL="342900" marR="0" lvl="0" indent="-342900" algn="just" rtl="0">
              <a:lnSpc>
                <a:spcPct val="15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This approach sets the foundation for advanced, automated flood detection and climate resilience.</a:t>
            </a:r>
            <a:endParaRPr sz="1800" b="1" i="0" u="none" strike="noStrike" cap="none">
              <a:solidFill>
                <a:schemeClr val="dk1"/>
              </a:solidFill>
              <a:latin typeface="Arial"/>
              <a:ea typeface="Arial"/>
              <a:cs typeface="Arial"/>
              <a:sym typeface="Arial"/>
            </a:endParaRPr>
          </a:p>
        </p:txBody>
      </p:sp>
      <p:graphicFrame>
        <p:nvGraphicFramePr>
          <p:cNvPr id="385" name="Google Shape;385;p14"/>
          <p:cNvGraphicFramePr/>
          <p:nvPr/>
        </p:nvGraphicFramePr>
        <p:xfrm>
          <a:off x="44604" y="6330906"/>
          <a:ext cx="12102800" cy="579130"/>
        </p:xfrm>
        <a:graphic>
          <a:graphicData uri="http://schemas.openxmlformats.org/drawingml/2006/table">
            <a:tbl>
              <a:tblPr firstRow="1" bandRow="1">
                <a:noFill/>
                <a:tableStyleId>{30D69AD8-29A4-4AA7-B508-2EB6D6330799}</a:tableStyleId>
              </a:tblPr>
              <a:tblGrid>
                <a:gridCol w="12102800">
                  <a:extLst>
                    <a:ext uri="{9D8B030D-6E8A-4147-A177-3AD203B41FA5}">
                      <a16:colId xmlns:a16="http://schemas.microsoft.com/office/drawing/2014/main" val="20000"/>
                    </a:ext>
                  </a:extLst>
                </a:gridCol>
              </a:tblGrid>
              <a:tr h="524100">
                <a:tc>
                  <a:txBody>
                    <a:bodyPr/>
                    <a:lstStyle/>
                    <a:p>
                      <a:pPr marL="0" marR="0" lvl="0" indent="0" algn="ctr" rtl="0">
                        <a:spcBef>
                          <a:spcPts val="0"/>
                        </a:spcBef>
                        <a:spcAft>
                          <a:spcPts val="0"/>
                        </a:spcAft>
                        <a:buNone/>
                      </a:pPr>
                      <a:r>
                        <a:rPr lang="en-US" sz="1600" u="none" strike="noStrike" cap="none">
                          <a:solidFill>
                            <a:schemeClr val="lt1"/>
                          </a:solidFill>
                          <a:latin typeface="Helvetica Neue"/>
                          <a:ea typeface="Helvetica Neue"/>
                          <a:cs typeface="Helvetica Neue"/>
                          <a:sym typeface="Helvetica Neue"/>
                        </a:rPr>
                        <a:t>CUET IT Business Incubator, Chattogram, Bangladesh</a:t>
                      </a:r>
                      <a:endParaRPr/>
                    </a:p>
                    <a:p>
                      <a:pPr marL="0" marR="0" lvl="0" indent="0" algn="ctr" rtl="0">
                        <a:spcBef>
                          <a:spcPts val="0"/>
                        </a:spcBef>
                        <a:spcAft>
                          <a:spcPts val="0"/>
                        </a:spcAft>
                        <a:buNone/>
                      </a:pPr>
                      <a:r>
                        <a:rPr lang="en-US" sz="1600" u="none" strike="noStrike" cap="none">
                          <a:solidFill>
                            <a:schemeClr val="lt1"/>
                          </a:solidFill>
                          <a:latin typeface="Helvetica Neue"/>
                          <a:ea typeface="Helvetica Neue"/>
                          <a:cs typeface="Helvetica Neue"/>
                          <a:sym typeface="Helvetica Neue"/>
                        </a:rPr>
                        <a:t>25</a:t>
                      </a:r>
                      <a:r>
                        <a:rPr lang="en-US" sz="1600" u="none" strike="noStrike" cap="none" baseline="30000">
                          <a:solidFill>
                            <a:schemeClr val="lt1"/>
                          </a:solidFill>
                          <a:latin typeface="Helvetica Neue"/>
                          <a:ea typeface="Helvetica Neue"/>
                          <a:cs typeface="Helvetica Neue"/>
                          <a:sym typeface="Helvetica Neue"/>
                        </a:rPr>
                        <a:t>th</a:t>
                      </a:r>
                      <a:r>
                        <a:rPr lang="en-US" sz="1600" u="none" strike="noStrike" cap="none">
                          <a:solidFill>
                            <a:schemeClr val="lt1"/>
                          </a:solidFill>
                          <a:latin typeface="Helvetica Neue"/>
                          <a:ea typeface="Helvetica Neue"/>
                          <a:cs typeface="Helvetica Neue"/>
                          <a:sym typeface="Helvetica Neue"/>
                        </a:rPr>
                        <a:t> &amp; 26</a:t>
                      </a:r>
                      <a:r>
                        <a:rPr lang="en-US" sz="1600" u="none" strike="noStrike" cap="none" baseline="30000">
                          <a:solidFill>
                            <a:schemeClr val="lt1"/>
                          </a:solidFill>
                          <a:latin typeface="Helvetica Neue"/>
                          <a:ea typeface="Helvetica Neue"/>
                          <a:cs typeface="Helvetica Neue"/>
                          <a:sym typeface="Helvetica Neue"/>
                        </a:rPr>
                        <a:t>th</a:t>
                      </a:r>
                      <a:r>
                        <a:rPr lang="en-US" sz="1600" u="none" strike="noStrike" cap="none">
                          <a:solidFill>
                            <a:schemeClr val="lt1"/>
                          </a:solidFill>
                          <a:latin typeface="Helvetica Neue"/>
                          <a:ea typeface="Helvetica Neue"/>
                          <a:cs typeface="Helvetica Neue"/>
                          <a:sym typeface="Helvetica Neue"/>
                        </a:rPr>
                        <a:t> September 2024</a:t>
                      </a:r>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86AB3"/>
                    </a:solidFill>
                  </a:tcPr>
                </a:tc>
                <a:extLst>
                  <a:ext uri="{0D108BD9-81ED-4DB2-BD59-A6C34878D82A}">
                    <a16:rowId xmlns:a16="http://schemas.microsoft.com/office/drawing/2014/main" val="10000"/>
                  </a:ext>
                </a:extLst>
              </a:tr>
            </a:tbl>
          </a:graphicData>
        </a:graphic>
      </p:graphicFrame>
      <p:grpSp>
        <p:nvGrpSpPr>
          <p:cNvPr id="386" name="Google Shape;386;p14"/>
          <p:cNvGrpSpPr/>
          <p:nvPr/>
        </p:nvGrpSpPr>
        <p:grpSpPr>
          <a:xfrm>
            <a:off x="11538857" y="5828369"/>
            <a:ext cx="338772" cy="362537"/>
            <a:chOff x="0" y="0"/>
            <a:chExt cx="812800" cy="869819"/>
          </a:xfrm>
        </p:grpSpPr>
        <p:sp>
          <p:nvSpPr>
            <p:cNvPr id="387" name="Google Shape;387;p14"/>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88" name="Google Shape;388;p14"/>
            <p:cNvSpPr txBox="1"/>
            <p:nvPr/>
          </p:nvSpPr>
          <p:spPr>
            <a:xfrm>
              <a:off x="76200" y="52970"/>
              <a:ext cx="660400" cy="735303"/>
            </a:xfrm>
            <a:prstGeom prst="rect">
              <a:avLst/>
            </a:prstGeom>
            <a:noFill/>
            <a:ln>
              <a:noFill/>
            </a:ln>
          </p:spPr>
          <p:txBody>
            <a:bodyPr spcFirstLastPara="1" wrap="square" lIns="33850" tIns="33850" rIns="33850" bIns="33850" anchor="ctr" anchorCtr="0">
              <a:noAutofit/>
            </a:bodyPr>
            <a:lstStyle/>
            <a:p>
              <a:pPr marL="0" marR="0" lvl="0" indent="0" algn="ctr" rtl="0">
                <a:lnSpc>
                  <a:spcPct val="140070"/>
                </a:lnSpc>
                <a:spcBef>
                  <a:spcPts val="0"/>
                </a:spcBef>
                <a:spcAft>
                  <a:spcPts val="0"/>
                </a:spcAft>
                <a:buNone/>
              </a:pPr>
              <a:r>
                <a:rPr lang="en-US" sz="1133">
                  <a:solidFill>
                    <a:srgbClr val="191919"/>
                  </a:solidFill>
                  <a:latin typeface="Arial"/>
                  <a:ea typeface="Arial"/>
                  <a:cs typeface="Arial"/>
                  <a:sym typeface="Arial"/>
                </a:rPr>
                <a:t>13</a:t>
              </a:r>
              <a:endParaRPr/>
            </a:p>
          </p:txBody>
        </p:sp>
      </p:grpSp>
      <p:pic>
        <p:nvPicPr>
          <p:cNvPr id="389" name="Google Shape;389;p14"/>
          <p:cNvPicPr preferRelativeResize="0"/>
          <p:nvPr/>
        </p:nvPicPr>
        <p:blipFill rotWithShape="1">
          <a:blip r:embed="rId4">
            <a:alphaModFix/>
          </a:blip>
          <a:srcRect/>
          <a:stretch/>
        </p:blipFill>
        <p:spPr>
          <a:xfrm>
            <a:off x="132734" y="589296"/>
            <a:ext cx="946917" cy="584383"/>
          </a:xfrm>
          <a:prstGeom prst="rect">
            <a:avLst/>
          </a:prstGeom>
          <a:noFill/>
          <a:ln>
            <a:noFill/>
          </a:ln>
        </p:spPr>
      </p:pic>
      <p:sp>
        <p:nvSpPr>
          <p:cNvPr id="390" name="Google Shape;390;p14"/>
          <p:cNvSpPr/>
          <p:nvPr/>
        </p:nvSpPr>
        <p:spPr>
          <a:xfrm>
            <a:off x="44604" y="6317773"/>
            <a:ext cx="12102790" cy="579120"/>
          </a:xfrm>
          <a:prstGeom prst="rect">
            <a:avLst/>
          </a:prstGeom>
          <a:solidFill>
            <a:srgbClr val="286AB3"/>
          </a:solidFill>
          <a:ln w="12700" cap="flat" cmpd="sng">
            <a:solidFill>
              <a:srgbClr val="0070C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2000"/>
              <a:buFont typeface="Calibri"/>
              <a:buNone/>
            </a:pPr>
            <a:r>
              <a:rPr lang="en-US" sz="2000" b="1">
                <a:solidFill>
                  <a:schemeClr val="lt1"/>
                </a:solidFill>
                <a:latin typeface="Calibri"/>
                <a:ea typeface="Calibri"/>
                <a:cs typeface="Calibri"/>
                <a:sym typeface="Calibri"/>
              </a:rPr>
              <a:t>CUET, Chattogram, Bangladesh</a:t>
            </a:r>
            <a:endParaRPr/>
          </a:p>
          <a:p>
            <a:pPr marL="0" marR="0" lvl="0" indent="0" algn="ctr" rtl="0">
              <a:spcBef>
                <a:spcPts val="0"/>
              </a:spcBef>
              <a:spcAft>
                <a:spcPts val="0"/>
              </a:spcAft>
              <a:buClr>
                <a:schemeClr val="lt1"/>
              </a:buClr>
              <a:buSzPts val="1800"/>
              <a:buFont typeface="Calibri"/>
              <a:buNone/>
            </a:pPr>
            <a:r>
              <a:rPr lang="en-US" sz="1800" b="1">
                <a:solidFill>
                  <a:schemeClr val="lt1"/>
                </a:solidFill>
                <a:latin typeface="Calibri"/>
                <a:ea typeface="Calibri"/>
                <a:cs typeface="Calibri"/>
                <a:sym typeface="Calibri"/>
              </a:rPr>
              <a:t>13</a:t>
            </a:r>
            <a:r>
              <a:rPr lang="en-US" sz="1800" b="1" baseline="30000">
                <a:solidFill>
                  <a:schemeClr val="lt1"/>
                </a:solidFill>
                <a:latin typeface="Calibri"/>
                <a:ea typeface="Calibri"/>
                <a:cs typeface="Calibri"/>
                <a:sym typeface="Calibri"/>
              </a:rPr>
              <a:t>th</a:t>
            </a:r>
            <a:r>
              <a:rPr lang="en-US" sz="1800" b="1">
                <a:solidFill>
                  <a:schemeClr val="lt1"/>
                </a:solidFill>
                <a:latin typeface="Calibri"/>
                <a:ea typeface="Calibri"/>
                <a:cs typeface="Calibri"/>
                <a:sym typeface="Calibri"/>
              </a:rPr>
              <a:t> – 15</a:t>
            </a:r>
            <a:r>
              <a:rPr lang="en-US" sz="1800" b="1" baseline="30000">
                <a:solidFill>
                  <a:schemeClr val="lt1"/>
                </a:solidFill>
                <a:latin typeface="Calibri"/>
                <a:ea typeface="Calibri"/>
                <a:cs typeface="Calibri"/>
                <a:sym typeface="Calibri"/>
              </a:rPr>
              <a:t>th</a:t>
            </a:r>
            <a:r>
              <a:rPr lang="en-US" sz="1800" b="1">
                <a:solidFill>
                  <a:schemeClr val="lt1"/>
                </a:solidFill>
                <a:latin typeface="Calibri"/>
                <a:ea typeface="Calibri"/>
                <a:cs typeface="Calibri"/>
                <a:sym typeface="Calibri"/>
              </a:rPr>
              <a:t> February 2025</a:t>
            </a:r>
            <a:endParaRPr sz="1800">
              <a:solidFill>
                <a:schemeClr val="dk1"/>
              </a:solidFill>
              <a:latin typeface="Calibri"/>
              <a:ea typeface="Calibri"/>
              <a:cs typeface="Calibri"/>
              <a:sym typeface="Calibri"/>
            </a:endParaRPr>
          </a:p>
        </p:txBody>
      </p:sp>
      <p:sp>
        <p:nvSpPr>
          <p:cNvPr id="391" name="Google Shape;391;p14"/>
          <p:cNvSpPr txBox="1">
            <a:spLocks noGrp="1"/>
          </p:cNvSpPr>
          <p:nvPr>
            <p:ph type="dt" idx="10"/>
          </p:nvPr>
        </p:nvSpPr>
        <p:spPr>
          <a:xfrm>
            <a:off x="44604" y="5915810"/>
            <a:ext cx="2876396" cy="412123"/>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sz="2000" b="1">
                <a:solidFill>
                  <a:srgbClr val="002060"/>
                </a:solidFill>
                <a:latin typeface="Times New Roman"/>
                <a:ea typeface="Times New Roman"/>
                <a:cs typeface="Times New Roman"/>
                <a:sym typeface="Times New Roman"/>
              </a:rPr>
              <a:t>13</a:t>
            </a:r>
            <a:r>
              <a:rPr lang="en-US" sz="2000" b="1" baseline="30000">
                <a:solidFill>
                  <a:srgbClr val="002060"/>
                </a:solidFill>
                <a:latin typeface="Times New Roman"/>
                <a:ea typeface="Times New Roman"/>
                <a:cs typeface="Times New Roman"/>
                <a:sym typeface="Times New Roman"/>
              </a:rPr>
              <a:t>th</a:t>
            </a:r>
            <a:r>
              <a:rPr lang="en-US" sz="2000" b="1">
                <a:solidFill>
                  <a:srgbClr val="002060"/>
                </a:solidFill>
                <a:latin typeface="Times New Roman"/>
                <a:ea typeface="Times New Roman"/>
                <a:cs typeface="Times New Roman"/>
                <a:sym typeface="Times New Roman"/>
              </a:rPr>
              <a:t> February 2025</a:t>
            </a:r>
            <a:endParaRPr/>
          </a:p>
        </p:txBody>
      </p:sp>
      <p:sp>
        <p:nvSpPr>
          <p:cNvPr id="392" name="Google Shape;392;p14"/>
          <p:cNvSpPr/>
          <p:nvPr/>
        </p:nvSpPr>
        <p:spPr>
          <a:xfrm>
            <a:off x="10607040" y="671238"/>
            <a:ext cx="1231221" cy="514423"/>
          </a:xfrm>
          <a:prstGeom prst="rect">
            <a:avLst/>
          </a:prstGeom>
          <a:blipFill rotWithShape="1">
            <a:blip r:embed="rId5">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grpSp>
        <p:nvGrpSpPr>
          <p:cNvPr id="398" name="Google Shape;398;p15"/>
          <p:cNvGrpSpPr/>
          <p:nvPr/>
        </p:nvGrpSpPr>
        <p:grpSpPr>
          <a:xfrm>
            <a:off x="0" y="0"/>
            <a:ext cx="12192000" cy="625651"/>
            <a:chOff x="0" y="0"/>
            <a:chExt cx="12192000" cy="625651"/>
          </a:xfrm>
        </p:grpSpPr>
        <p:sp>
          <p:nvSpPr>
            <p:cNvPr id="399" name="Google Shape;399;p15"/>
            <p:cNvSpPr/>
            <p:nvPr/>
          </p:nvSpPr>
          <p:spPr>
            <a:xfrm>
              <a:off x="0" y="0"/>
              <a:ext cx="12192000" cy="441885"/>
            </a:xfrm>
            <a:prstGeom prst="flowChartProcess">
              <a:avLst/>
            </a:prstGeom>
            <a:solidFill>
              <a:srgbClr val="FAA41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0" name="Google Shape;400;p15"/>
            <p:cNvSpPr/>
            <p:nvPr/>
          </p:nvSpPr>
          <p:spPr>
            <a:xfrm>
              <a:off x="7199086" y="441885"/>
              <a:ext cx="4992913" cy="183766"/>
            </a:xfrm>
            <a:prstGeom prst="flowChartProcess">
              <a:avLst/>
            </a:prstGeom>
            <a:solidFill>
              <a:srgbClr val="45448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401" name="Google Shape;401;p15"/>
          <p:cNvSpPr txBox="1">
            <a:spLocks noGrp="1"/>
          </p:cNvSpPr>
          <p:nvPr>
            <p:ph type="title"/>
          </p:nvPr>
        </p:nvSpPr>
        <p:spPr>
          <a:xfrm>
            <a:off x="609600" y="1143000"/>
            <a:ext cx="10972800" cy="10668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002060"/>
              </a:buClr>
              <a:buSzPts val="4000"/>
              <a:buFont typeface="Calibri"/>
              <a:buNone/>
            </a:pPr>
            <a:r>
              <a:rPr lang="en-US" b="1">
                <a:solidFill>
                  <a:srgbClr val="002060"/>
                </a:solidFill>
              </a:rPr>
              <a:t>Future Research Direction</a:t>
            </a:r>
            <a:endParaRPr b="1">
              <a:solidFill>
                <a:srgbClr val="002060"/>
              </a:solidFill>
            </a:endParaRPr>
          </a:p>
        </p:txBody>
      </p:sp>
      <p:pic>
        <p:nvPicPr>
          <p:cNvPr id="402" name="Google Shape;402;p15"/>
          <p:cNvPicPr preferRelativeResize="0"/>
          <p:nvPr/>
        </p:nvPicPr>
        <p:blipFill rotWithShape="1">
          <a:blip r:embed="rId3">
            <a:alphaModFix/>
          </a:blip>
          <a:srcRect/>
          <a:stretch/>
        </p:blipFill>
        <p:spPr>
          <a:xfrm>
            <a:off x="44604" y="6327933"/>
            <a:ext cx="12102790" cy="524107"/>
          </a:xfrm>
          <a:prstGeom prst="rect">
            <a:avLst/>
          </a:prstGeom>
          <a:noFill/>
          <a:ln>
            <a:noFill/>
          </a:ln>
        </p:spPr>
      </p:pic>
      <p:sp>
        <p:nvSpPr>
          <p:cNvPr id="403" name="Google Shape;403;p15"/>
          <p:cNvSpPr/>
          <p:nvPr/>
        </p:nvSpPr>
        <p:spPr>
          <a:xfrm>
            <a:off x="807266" y="1952357"/>
            <a:ext cx="10775134" cy="1703030"/>
          </a:xfrm>
          <a:prstGeom prst="rect">
            <a:avLst/>
          </a:prstGeom>
          <a:noFill/>
          <a:ln>
            <a:noFill/>
          </a:ln>
        </p:spPr>
        <p:txBody>
          <a:bodyPr spcFirstLastPara="1" wrap="square" lIns="91425" tIns="45700" rIns="91425" bIns="45700" anchor="ctr" anchorCtr="0">
            <a:spAutoFit/>
          </a:bodyPr>
          <a:lstStyle/>
          <a:p>
            <a:pPr marL="285750" marR="0" lvl="0" indent="-285750" algn="l" rtl="0">
              <a:lnSpc>
                <a:spcPct val="15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We will focus on enhancing U-Net’s resilience by integrating diverse geographical data and climate variations.</a:t>
            </a:r>
            <a:endParaRPr/>
          </a:p>
          <a:p>
            <a:pPr marL="285750" marR="0" lvl="0" indent="-285750" algn="l" rtl="0">
              <a:lnSpc>
                <a:spcPct val="15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Our aim is to develop an efficient flood surveillance framework for rapid detection, disaster protection, and informed decision-making to minimize economic impact.</a:t>
            </a:r>
            <a:endParaRPr sz="1800" b="1" i="0" u="none" strike="noStrike" cap="none">
              <a:solidFill>
                <a:schemeClr val="dk1"/>
              </a:solidFill>
              <a:latin typeface="Arial"/>
              <a:ea typeface="Arial"/>
              <a:cs typeface="Arial"/>
              <a:sym typeface="Arial"/>
            </a:endParaRPr>
          </a:p>
        </p:txBody>
      </p:sp>
      <p:graphicFrame>
        <p:nvGraphicFramePr>
          <p:cNvPr id="404" name="Google Shape;404;p15"/>
          <p:cNvGraphicFramePr/>
          <p:nvPr/>
        </p:nvGraphicFramePr>
        <p:xfrm>
          <a:off x="44604" y="6330906"/>
          <a:ext cx="12102800" cy="579130"/>
        </p:xfrm>
        <a:graphic>
          <a:graphicData uri="http://schemas.openxmlformats.org/drawingml/2006/table">
            <a:tbl>
              <a:tblPr firstRow="1" bandRow="1">
                <a:noFill/>
                <a:tableStyleId>{30D69AD8-29A4-4AA7-B508-2EB6D6330799}</a:tableStyleId>
              </a:tblPr>
              <a:tblGrid>
                <a:gridCol w="12102800">
                  <a:extLst>
                    <a:ext uri="{9D8B030D-6E8A-4147-A177-3AD203B41FA5}">
                      <a16:colId xmlns:a16="http://schemas.microsoft.com/office/drawing/2014/main" val="20000"/>
                    </a:ext>
                  </a:extLst>
                </a:gridCol>
              </a:tblGrid>
              <a:tr h="524100">
                <a:tc>
                  <a:txBody>
                    <a:bodyPr/>
                    <a:lstStyle/>
                    <a:p>
                      <a:pPr marL="0" marR="0" lvl="0" indent="0" algn="ctr" rtl="0">
                        <a:spcBef>
                          <a:spcPts val="0"/>
                        </a:spcBef>
                        <a:spcAft>
                          <a:spcPts val="0"/>
                        </a:spcAft>
                        <a:buNone/>
                      </a:pPr>
                      <a:r>
                        <a:rPr lang="en-US" sz="1600" u="none" strike="noStrike" cap="none">
                          <a:solidFill>
                            <a:schemeClr val="lt1"/>
                          </a:solidFill>
                          <a:latin typeface="Helvetica Neue"/>
                          <a:ea typeface="Helvetica Neue"/>
                          <a:cs typeface="Helvetica Neue"/>
                          <a:sym typeface="Helvetica Neue"/>
                        </a:rPr>
                        <a:t>CUET IT Business Incubator, Chattogram, Bangladesh</a:t>
                      </a:r>
                      <a:endParaRPr/>
                    </a:p>
                    <a:p>
                      <a:pPr marL="0" marR="0" lvl="0" indent="0" algn="ctr" rtl="0">
                        <a:spcBef>
                          <a:spcPts val="0"/>
                        </a:spcBef>
                        <a:spcAft>
                          <a:spcPts val="0"/>
                        </a:spcAft>
                        <a:buNone/>
                      </a:pPr>
                      <a:r>
                        <a:rPr lang="en-US" sz="1600" u="none" strike="noStrike" cap="none">
                          <a:solidFill>
                            <a:schemeClr val="lt1"/>
                          </a:solidFill>
                          <a:latin typeface="Helvetica Neue"/>
                          <a:ea typeface="Helvetica Neue"/>
                          <a:cs typeface="Helvetica Neue"/>
                          <a:sym typeface="Helvetica Neue"/>
                        </a:rPr>
                        <a:t>25</a:t>
                      </a:r>
                      <a:r>
                        <a:rPr lang="en-US" sz="1600" u="none" strike="noStrike" cap="none" baseline="30000">
                          <a:solidFill>
                            <a:schemeClr val="lt1"/>
                          </a:solidFill>
                          <a:latin typeface="Helvetica Neue"/>
                          <a:ea typeface="Helvetica Neue"/>
                          <a:cs typeface="Helvetica Neue"/>
                          <a:sym typeface="Helvetica Neue"/>
                        </a:rPr>
                        <a:t>th</a:t>
                      </a:r>
                      <a:r>
                        <a:rPr lang="en-US" sz="1600" u="none" strike="noStrike" cap="none">
                          <a:solidFill>
                            <a:schemeClr val="lt1"/>
                          </a:solidFill>
                          <a:latin typeface="Helvetica Neue"/>
                          <a:ea typeface="Helvetica Neue"/>
                          <a:cs typeface="Helvetica Neue"/>
                          <a:sym typeface="Helvetica Neue"/>
                        </a:rPr>
                        <a:t> &amp; 26</a:t>
                      </a:r>
                      <a:r>
                        <a:rPr lang="en-US" sz="1600" u="none" strike="noStrike" cap="none" baseline="30000">
                          <a:solidFill>
                            <a:schemeClr val="lt1"/>
                          </a:solidFill>
                          <a:latin typeface="Helvetica Neue"/>
                          <a:ea typeface="Helvetica Neue"/>
                          <a:cs typeface="Helvetica Neue"/>
                          <a:sym typeface="Helvetica Neue"/>
                        </a:rPr>
                        <a:t>th</a:t>
                      </a:r>
                      <a:r>
                        <a:rPr lang="en-US" sz="1600" u="none" strike="noStrike" cap="none">
                          <a:solidFill>
                            <a:schemeClr val="lt1"/>
                          </a:solidFill>
                          <a:latin typeface="Helvetica Neue"/>
                          <a:ea typeface="Helvetica Neue"/>
                          <a:cs typeface="Helvetica Neue"/>
                          <a:sym typeface="Helvetica Neue"/>
                        </a:rPr>
                        <a:t> September 2024</a:t>
                      </a:r>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86AB3"/>
                    </a:solidFill>
                  </a:tcPr>
                </a:tc>
                <a:extLst>
                  <a:ext uri="{0D108BD9-81ED-4DB2-BD59-A6C34878D82A}">
                    <a16:rowId xmlns:a16="http://schemas.microsoft.com/office/drawing/2014/main" val="10000"/>
                  </a:ext>
                </a:extLst>
              </a:tr>
            </a:tbl>
          </a:graphicData>
        </a:graphic>
      </p:graphicFrame>
      <p:grpSp>
        <p:nvGrpSpPr>
          <p:cNvPr id="405" name="Google Shape;405;p15"/>
          <p:cNvGrpSpPr/>
          <p:nvPr/>
        </p:nvGrpSpPr>
        <p:grpSpPr>
          <a:xfrm>
            <a:off x="11538857" y="5828369"/>
            <a:ext cx="338772" cy="362537"/>
            <a:chOff x="0" y="0"/>
            <a:chExt cx="812800" cy="869819"/>
          </a:xfrm>
        </p:grpSpPr>
        <p:sp>
          <p:nvSpPr>
            <p:cNvPr id="406" name="Google Shape;406;p15"/>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07" name="Google Shape;407;p15"/>
            <p:cNvSpPr txBox="1"/>
            <p:nvPr/>
          </p:nvSpPr>
          <p:spPr>
            <a:xfrm>
              <a:off x="76200" y="52970"/>
              <a:ext cx="660400" cy="735303"/>
            </a:xfrm>
            <a:prstGeom prst="rect">
              <a:avLst/>
            </a:prstGeom>
            <a:noFill/>
            <a:ln>
              <a:noFill/>
            </a:ln>
          </p:spPr>
          <p:txBody>
            <a:bodyPr spcFirstLastPara="1" wrap="square" lIns="33850" tIns="33850" rIns="33850" bIns="33850" anchor="ctr" anchorCtr="0">
              <a:noAutofit/>
            </a:bodyPr>
            <a:lstStyle/>
            <a:p>
              <a:pPr marL="0" marR="0" lvl="0" indent="0" algn="ctr" rtl="0">
                <a:lnSpc>
                  <a:spcPct val="140070"/>
                </a:lnSpc>
                <a:spcBef>
                  <a:spcPts val="0"/>
                </a:spcBef>
                <a:spcAft>
                  <a:spcPts val="0"/>
                </a:spcAft>
                <a:buNone/>
              </a:pPr>
              <a:r>
                <a:rPr lang="en-US" sz="1133">
                  <a:solidFill>
                    <a:srgbClr val="191919"/>
                  </a:solidFill>
                  <a:latin typeface="Arial"/>
                  <a:ea typeface="Arial"/>
                  <a:cs typeface="Arial"/>
                  <a:sym typeface="Arial"/>
                </a:rPr>
                <a:t>14</a:t>
              </a:r>
              <a:endParaRPr/>
            </a:p>
          </p:txBody>
        </p:sp>
      </p:grpSp>
      <p:pic>
        <p:nvPicPr>
          <p:cNvPr id="408" name="Google Shape;408;p15"/>
          <p:cNvPicPr preferRelativeResize="0"/>
          <p:nvPr/>
        </p:nvPicPr>
        <p:blipFill rotWithShape="1">
          <a:blip r:embed="rId4">
            <a:alphaModFix/>
          </a:blip>
          <a:srcRect/>
          <a:stretch/>
        </p:blipFill>
        <p:spPr>
          <a:xfrm>
            <a:off x="132734" y="589296"/>
            <a:ext cx="946917" cy="584383"/>
          </a:xfrm>
          <a:prstGeom prst="rect">
            <a:avLst/>
          </a:prstGeom>
          <a:noFill/>
          <a:ln>
            <a:noFill/>
          </a:ln>
        </p:spPr>
      </p:pic>
      <p:sp>
        <p:nvSpPr>
          <p:cNvPr id="409" name="Google Shape;409;p15"/>
          <p:cNvSpPr/>
          <p:nvPr/>
        </p:nvSpPr>
        <p:spPr>
          <a:xfrm>
            <a:off x="44604" y="6317773"/>
            <a:ext cx="12102790" cy="579120"/>
          </a:xfrm>
          <a:prstGeom prst="rect">
            <a:avLst/>
          </a:prstGeom>
          <a:solidFill>
            <a:srgbClr val="286AB3"/>
          </a:solidFill>
          <a:ln w="12700" cap="flat" cmpd="sng">
            <a:solidFill>
              <a:srgbClr val="0070C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2000"/>
              <a:buFont typeface="Calibri"/>
              <a:buNone/>
            </a:pPr>
            <a:r>
              <a:rPr lang="en-US" sz="2000" b="1">
                <a:solidFill>
                  <a:schemeClr val="lt1"/>
                </a:solidFill>
                <a:latin typeface="Calibri"/>
                <a:ea typeface="Calibri"/>
                <a:cs typeface="Calibri"/>
                <a:sym typeface="Calibri"/>
              </a:rPr>
              <a:t>CUET, Chattogram, Bangladesh</a:t>
            </a:r>
            <a:endParaRPr/>
          </a:p>
          <a:p>
            <a:pPr marL="0" marR="0" lvl="0" indent="0" algn="ctr" rtl="0">
              <a:spcBef>
                <a:spcPts val="0"/>
              </a:spcBef>
              <a:spcAft>
                <a:spcPts val="0"/>
              </a:spcAft>
              <a:buClr>
                <a:schemeClr val="lt1"/>
              </a:buClr>
              <a:buSzPts val="1800"/>
              <a:buFont typeface="Calibri"/>
              <a:buNone/>
            </a:pPr>
            <a:r>
              <a:rPr lang="en-US" sz="1800" b="1">
                <a:solidFill>
                  <a:schemeClr val="lt1"/>
                </a:solidFill>
                <a:latin typeface="Calibri"/>
                <a:ea typeface="Calibri"/>
                <a:cs typeface="Calibri"/>
                <a:sym typeface="Calibri"/>
              </a:rPr>
              <a:t>13</a:t>
            </a:r>
            <a:r>
              <a:rPr lang="en-US" sz="1800" b="1" baseline="30000">
                <a:solidFill>
                  <a:schemeClr val="lt1"/>
                </a:solidFill>
                <a:latin typeface="Calibri"/>
                <a:ea typeface="Calibri"/>
                <a:cs typeface="Calibri"/>
                <a:sym typeface="Calibri"/>
              </a:rPr>
              <a:t>th</a:t>
            </a:r>
            <a:r>
              <a:rPr lang="en-US" sz="1800" b="1">
                <a:solidFill>
                  <a:schemeClr val="lt1"/>
                </a:solidFill>
                <a:latin typeface="Calibri"/>
                <a:ea typeface="Calibri"/>
                <a:cs typeface="Calibri"/>
                <a:sym typeface="Calibri"/>
              </a:rPr>
              <a:t> – 15</a:t>
            </a:r>
            <a:r>
              <a:rPr lang="en-US" sz="1800" b="1" baseline="30000">
                <a:solidFill>
                  <a:schemeClr val="lt1"/>
                </a:solidFill>
                <a:latin typeface="Calibri"/>
                <a:ea typeface="Calibri"/>
                <a:cs typeface="Calibri"/>
                <a:sym typeface="Calibri"/>
              </a:rPr>
              <a:t>th</a:t>
            </a:r>
            <a:r>
              <a:rPr lang="en-US" sz="1800" b="1">
                <a:solidFill>
                  <a:schemeClr val="lt1"/>
                </a:solidFill>
                <a:latin typeface="Calibri"/>
                <a:ea typeface="Calibri"/>
                <a:cs typeface="Calibri"/>
                <a:sym typeface="Calibri"/>
              </a:rPr>
              <a:t> February 2025</a:t>
            </a:r>
            <a:endParaRPr sz="1800">
              <a:solidFill>
                <a:schemeClr val="dk1"/>
              </a:solidFill>
              <a:latin typeface="Calibri"/>
              <a:ea typeface="Calibri"/>
              <a:cs typeface="Calibri"/>
              <a:sym typeface="Calibri"/>
            </a:endParaRPr>
          </a:p>
        </p:txBody>
      </p:sp>
      <p:sp>
        <p:nvSpPr>
          <p:cNvPr id="410" name="Google Shape;410;p15"/>
          <p:cNvSpPr txBox="1">
            <a:spLocks noGrp="1"/>
          </p:cNvSpPr>
          <p:nvPr>
            <p:ph type="dt" idx="10"/>
          </p:nvPr>
        </p:nvSpPr>
        <p:spPr>
          <a:xfrm>
            <a:off x="44604" y="5915810"/>
            <a:ext cx="2876396" cy="412123"/>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sz="2000" b="1">
                <a:solidFill>
                  <a:srgbClr val="002060"/>
                </a:solidFill>
                <a:latin typeface="Times New Roman"/>
                <a:ea typeface="Times New Roman"/>
                <a:cs typeface="Times New Roman"/>
                <a:sym typeface="Times New Roman"/>
              </a:rPr>
              <a:t>13</a:t>
            </a:r>
            <a:r>
              <a:rPr lang="en-US" sz="2000" b="1" baseline="30000">
                <a:solidFill>
                  <a:srgbClr val="002060"/>
                </a:solidFill>
                <a:latin typeface="Times New Roman"/>
                <a:ea typeface="Times New Roman"/>
                <a:cs typeface="Times New Roman"/>
                <a:sym typeface="Times New Roman"/>
              </a:rPr>
              <a:t>th</a:t>
            </a:r>
            <a:r>
              <a:rPr lang="en-US" sz="2000" b="1">
                <a:solidFill>
                  <a:srgbClr val="002060"/>
                </a:solidFill>
                <a:latin typeface="Times New Roman"/>
                <a:ea typeface="Times New Roman"/>
                <a:cs typeface="Times New Roman"/>
                <a:sym typeface="Times New Roman"/>
              </a:rPr>
              <a:t> February 2025</a:t>
            </a:r>
            <a:endParaRPr/>
          </a:p>
        </p:txBody>
      </p:sp>
      <p:sp>
        <p:nvSpPr>
          <p:cNvPr id="411" name="Google Shape;411;p15"/>
          <p:cNvSpPr/>
          <p:nvPr/>
        </p:nvSpPr>
        <p:spPr>
          <a:xfrm>
            <a:off x="10607040" y="671238"/>
            <a:ext cx="1231221" cy="514423"/>
          </a:xfrm>
          <a:prstGeom prst="rect">
            <a:avLst/>
          </a:prstGeom>
          <a:blipFill rotWithShape="1">
            <a:blip r:embed="rId5">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grpSp>
        <p:nvGrpSpPr>
          <p:cNvPr id="417" name="Google Shape;417;p16"/>
          <p:cNvGrpSpPr/>
          <p:nvPr/>
        </p:nvGrpSpPr>
        <p:grpSpPr>
          <a:xfrm>
            <a:off x="0" y="0"/>
            <a:ext cx="12192000" cy="625651"/>
            <a:chOff x="0" y="0"/>
            <a:chExt cx="12192000" cy="625651"/>
          </a:xfrm>
        </p:grpSpPr>
        <p:sp>
          <p:nvSpPr>
            <p:cNvPr id="418" name="Google Shape;418;p16"/>
            <p:cNvSpPr/>
            <p:nvPr/>
          </p:nvSpPr>
          <p:spPr>
            <a:xfrm>
              <a:off x="0" y="0"/>
              <a:ext cx="12192000" cy="441885"/>
            </a:xfrm>
            <a:prstGeom prst="flowChartProcess">
              <a:avLst/>
            </a:prstGeom>
            <a:solidFill>
              <a:srgbClr val="FAA41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9" name="Google Shape;419;p16"/>
            <p:cNvSpPr/>
            <p:nvPr/>
          </p:nvSpPr>
          <p:spPr>
            <a:xfrm>
              <a:off x="7199086" y="441885"/>
              <a:ext cx="4992913" cy="183766"/>
            </a:xfrm>
            <a:prstGeom prst="flowChartProcess">
              <a:avLst/>
            </a:prstGeom>
            <a:solidFill>
              <a:srgbClr val="45448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420" name="Google Shape;420;p16"/>
          <p:cNvSpPr txBox="1">
            <a:spLocks noGrp="1"/>
          </p:cNvSpPr>
          <p:nvPr>
            <p:ph type="title"/>
          </p:nvPr>
        </p:nvSpPr>
        <p:spPr>
          <a:xfrm>
            <a:off x="609600" y="1143000"/>
            <a:ext cx="10972800" cy="10668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002060"/>
              </a:buClr>
              <a:buSzPts val="4000"/>
              <a:buFont typeface="Calibri"/>
              <a:buNone/>
            </a:pPr>
            <a:r>
              <a:rPr lang="en-US" b="1">
                <a:solidFill>
                  <a:srgbClr val="002060"/>
                </a:solidFill>
              </a:rPr>
              <a:t>References </a:t>
            </a:r>
            <a:endParaRPr/>
          </a:p>
        </p:txBody>
      </p:sp>
      <p:pic>
        <p:nvPicPr>
          <p:cNvPr id="421" name="Google Shape;421;p16"/>
          <p:cNvPicPr preferRelativeResize="0"/>
          <p:nvPr/>
        </p:nvPicPr>
        <p:blipFill rotWithShape="1">
          <a:blip r:embed="rId3">
            <a:alphaModFix/>
          </a:blip>
          <a:srcRect/>
          <a:stretch/>
        </p:blipFill>
        <p:spPr>
          <a:xfrm>
            <a:off x="44604" y="6327933"/>
            <a:ext cx="12102790" cy="524107"/>
          </a:xfrm>
          <a:prstGeom prst="rect">
            <a:avLst/>
          </a:prstGeom>
          <a:noFill/>
          <a:ln>
            <a:noFill/>
          </a:ln>
        </p:spPr>
      </p:pic>
      <p:sp>
        <p:nvSpPr>
          <p:cNvPr id="422" name="Google Shape;422;p16"/>
          <p:cNvSpPr/>
          <p:nvPr/>
        </p:nvSpPr>
        <p:spPr>
          <a:xfrm>
            <a:off x="606193" y="2049042"/>
            <a:ext cx="10976208" cy="3573927"/>
          </a:xfrm>
          <a:prstGeom prst="rect">
            <a:avLst/>
          </a:prstGeom>
          <a:noFill/>
          <a:ln>
            <a:noFill/>
          </a:ln>
        </p:spPr>
        <p:txBody>
          <a:bodyPr spcFirstLastPara="1" wrap="square" lIns="91425" tIns="45700" rIns="91425" bIns="45700" anchor="ctr" anchorCtr="0">
            <a:spAutoFit/>
          </a:bodyPr>
          <a:lstStyle/>
          <a:p>
            <a:pPr marL="0" marR="0" lvl="0" indent="0" algn="just" rtl="0">
              <a:lnSpc>
                <a:spcPct val="150000"/>
              </a:lnSpc>
              <a:spcBef>
                <a:spcPts val="0"/>
              </a:spcBef>
              <a:spcAft>
                <a:spcPts val="0"/>
              </a:spcAft>
              <a:buNone/>
            </a:pPr>
            <a:r>
              <a:rPr lang="en-US" sz="950" b="1" i="0" u="none" strike="noStrike" cap="none">
                <a:solidFill>
                  <a:srgbClr val="7030A0"/>
                </a:solidFill>
                <a:latin typeface="Arial"/>
                <a:ea typeface="Arial"/>
                <a:cs typeface="Arial"/>
                <a:sym typeface="Arial"/>
              </a:rPr>
              <a:t>[1] F. Safavi and M. Rahnemoonfar, “Comparative Study of Real-Time Semantic Segmentation Networks in Aerial Images During Flooding Events,” IEEE J Sel Top Appl Earth Obs Remote Sens, vol. 16, pp. 15–31, 2023, doi: 10.1109/JSTARS.2022.3219724.</a:t>
            </a:r>
            <a:endParaRPr/>
          </a:p>
          <a:p>
            <a:pPr marL="0" marR="0" lvl="0" indent="0" algn="just" rtl="0">
              <a:lnSpc>
                <a:spcPct val="150000"/>
              </a:lnSpc>
              <a:spcBef>
                <a:spcPts val="0"/>
              </a:spcBef>
              <a:spcAft>
                <a:spcPts val="0"/>
              </a:spcAft>
              <a:buNone/>
            </a:pPr>
            <a:r>
              <a:rPr lang="en-US" sz="950" b="1" i="0" u="none" strike="noStrike" cap="none">
                <a:solidFill>
                  <a:srgbClr val="7030A0"/>
                </a:solidFill>
                <a:latin typeface="Arial"/>
                <a:ea typeface="Arial"/>
                <a:cs typeface="Arial"/>
                <a:sym typeface="Arial"/>
              </a:rPr>
              <a:t>[2] B. Basnyat, N. Roy, and A. Gangopadhyay, “Flood Detection using Semantic Segmentation and Multimodal Data Fusion,” 2021 IEEE International Conference on Pervasive Computing and Communications Workshops and other Affiliated Events, PerCom Workshops 2021, pp. 135–140, Mar. 2021, doi: 10.1109/PERCOMWORKSHOPS51409.2021.9430985.</a:t>
            </a:r>
            <a:endParaRPr/>
          </a:p>
          <a:p>
            <a:pPr marL="0" marR="0" lvl="0" indent="0" algn="just" rtl="0">
              <a:lnSpc>
                <a:spcPct val="150000"/>
              </a:lnSpc>
              <a:spcBef>
                <a:spcPts val="0"/>
              </a:spcBef>
              <a:spcAft>
                <a:spcPts val="0"/>
              </a:spcAft>
              <a:buNone/>
            </a:pPr>
            <a:r>
              <a:rPr lang="en-US" sz="950" b="1" i="0" u="none" strike="noStrike" cap="none">
                <a:solidFill>
                  <a:srgbClr val="7030A0"/>
                </a:solidFill>
                <a:latin typeface="Arial"/>
                <a:ea typeface="Arial"/>
                <a:cs typeface="Arial"/>
                <a:sym typeface="Arial"/>
              </a:rPr>
              <a:t>[3] R. K. Sinha, M. Kushwaha, J. Choudhary, D. P. Singh, and M. Pandey, “Flood Image Segmentation of UAV Aerial Images using Deep Learning,” 2024 IEEE International Students’ Conference on Electrical, Electronics and Computer Science, SCEECS 2024, 2024, doi: 10.1109/SCEECS61402.2024.10481993.</a:t>
            </a:r>
            <a:endParaRPr/>
          </a:p>
          <a:p>
            <a:pPr marL="0" marR="0" lvl="0" indent="0" algn="just" rtl="0">
              <a:lnSpc>
                <a:spcPct val="150000"/>
              </a:lnSpc>
              <a:spcBef>
                <a:spcPts val="0"/>
              </a:spcBef>
              <a:spcAft>
                <a:spcPts val="0"/>
              </a:spcAft>
              <a:buNone/>
            </a:pPr>
            <a:r>
              <a:rPr lang="en-US" sz="950" b="1" i="0" u="none" strike="noStrike" cap="none">
                <a:solidFill>
                  <a:srgbClr val="7030A0"/>
                </a:solidFill>
                <a:latin typeface="Arial"/>
                <a:ea typeface="Arial"/>
                <a:cs typeface="Arial"/>
                <a:sym typeface="Arial"/>
              </a:rPr>
              <a:t>[4] B. Bahrami and H. Arbabkhah, “Enhanced Flood Detection Through Precise Water Segmentation Using Advanced Deep Learning Models,” Journal of Civil Engineering Researchers, vol. 6, no. 1, pp. 1–8, Mar. 2024, doi: 10.61186/JCER.6.1.1.</a:t>
            </a:r>
            <a:endParaRPr/>
          </a:p>
          <a:p>
            <a:pPr marL="0" marR="0" lvl="0" indent="0" algn="just" rtl="0">
              <a:lnSpc>
                <a:spcPct val="150000"/>
              </a:lnSpc>
              <a:spcBef>
                <a:spcPts val="0"/>
              </a:spcBef>
              <a:spcAft>
                <a:spcPts val="0"/>
              </a:spcAft>
              <a:buNone/>
            </a:pPr>
            <a:r>
              <a:rPr lang="en-US" sz="950" b="1" i="0" u="none" strike="noStrike" cap="none">
                <a:solidFill>
                  <a:srgbClr val="7030A0"/>
                </a:solidFill>
                <a:latin typeface="Arial"/>
                <a:ea typeface="Arial"/>
                <a:cs typeface="Arial"/>
                <a:sym typeface="Arial"/>
              </a:rPr>
              <a:t>[5]R. Jaturapitpornchai, R. Saito, N. Kanemoto, and S. Kuzuoka, “Flood Area Detection from a Pair of Sentinel-1 Synthetic Aperture Radar Images Using Res-Unet Based Method,” International Geoscience and Remote Sensing Symposium (IGARSS), vol. 2022-July, pp. 1023–1026, 2022, doi: 10.1109/IGARSS46834.2022.9884744.</a:t>
            </a:r>
            <a:endParaRPr/>
          </a:p>
          <a:p>
            <a:pPr marL="0" marR="0" lvl="0" indent="0" algn="just" rtl="0">
              <a:lnSpc>
                <a:spcPct val="150000"/>
              </a:lnSpc>
              <a:spcBef>
                <a:spcPts val="0"/>
              </a:spcBef>
              <a:spcAft>
                <a:spcPts val="0"/>
              </a:spcAft>
              <a:buNone/>
            </a:pPr>
            <a:r>
              <a:rPr lang="en-US" sz="950" b="1" i="0" u="none" strike="noStrike" cap="none">
                <a:solidFill>
                  <a:srgbClr val="7030A0"/>
                </a:solidFill>
                <a:latin typeface="Arial"/>
                <a:ea typeface="Arial"/>
                <a:cs typeface="Arial"/>
                <a:sym typeface="Arial"/>
              </a:rPr>
              <a:t>[6]M. Mesvari, R. S.-H.-E. O. and Geomatics, and undefined 2023, “Flood Detection Based on UNet++ Segmentation Method Using Sentinel-1 Satellite Imagery,” eoge.ut.ac.irM Mesvari, R Shah-HosseiniEarth Observation and Geomatics Engineering, 2023•eoge.ut.ac.ir, Accessed: Dec. 08, 2024. [Online]. Available: https://eoge.ut.ac.ir/article_94561_85037665880fd730fed00279404d936a.pdf</a:t>
            </a:r>
            <a:endParaRPr/>
          </a:p>
          <a:p>
            <a:pPr marL="0" marR="0" lvl="0" indent="0" algn="just" rtl="0">
              <a:lnSpc>
                <a:spcPct val="150000"/>
              </a:lnSpc>
              <a:spcBef>
                <a:spcPts val="0"/>
              </a:spcBef>
              <a:spcAft>
                <a:spcPts val="0"/>
              </a:spcAft>
              <a:buNone/>
            </a:pPr>
            <a:r>
              <a:rPr lang="en-US" sz="950" b="1" i="0" u="none" strike="noStrike" cap="none">
                <a:solidFill>
                  <a:srgbClr val="7030A0"/>
                </a:solidFill>
                <a:latin typeface="Arial"/>
                <a:ea typeface="Arial"/>
                <a:cs typeface="Arial"/>
                <a:sym typeface="Arial"/>
              </a:rPr>
              <a:t>[7]“Flood Area Segmentation.” Accessed: Jan. 30, 2025. [Online]. Available: https://www.kaggle.com/datasets/faizalkarim/flood-area-segmentation</a:t>
            </a:r>
            <a:endParaRPr/>
          </a:p>
          <a:p>
            <a:pPr marL="0" marR="0" lvl="0" indent="0" algn="just" rtl="0">
              <a:lnSpc>
                <a:spcPct val="150000"/>
              </a:lnSpc>
              <a:spcBef>
                <a:spcPts val="0"/>
              </a:spcBef>
              <a:spcAft>
                <a:spcPts val="0"/>
              </a:spcAft>
              <a:buNone/>
            </a:pPr>
            <a:r>
              <a:rPr lang="en-US" sz="950" b="1" i="0" u="none" strike="noStrike" cap="none">
                <a:solidFill>
                  <a:srgbClr val="7030A0"/>
                </a:solidFill>
                <a:latin typeface="Arial"/>
                <a:ea typeface="Arial"/>
                <a:cs typeface="Arial"/>
                <a:sym typeface="Arial"/>
              </a:rPr>
              <a:t>[8]O. Ronneberger, P. Fischer, and T. Brox, “U-Net: Convolutional Networks for Biomedical Image Segmentation,” Lecture Notes in Computer Science (including subseries Lecture Notes in Artificial Intelligence and Lecture Notes in Bioinformatics), vol. 9351, pp. 234–241, 2015, doi: 10.1007/978-3-319-24574-4_28.</a:t>
            </a:r>
            <a:endParaRPr/>
          </a:p>
        </p:txBody>
      </p:sp>
      <p:graphicFrame>
        <p:nvGraphicFramePr>
          <p:cNvPr id="423" name="Google Shape;423;p16"/>
          <p:cNvGraphicFramePr/>
          <p:nvPr/>
        </p:nvGraphicFramePr>
        <p:xfrm>
          <a:off x="44604" y="6330906"/>
          <a:ext cx="12102800" cy="579130"/>
        </p:xfrm>
        <a:graphic>
          <a:graphicData uri="http://schemas.openxmlformats.org/drawingml/2006/table">
            <a:tbl>
              <a:tblPr firstRow="1" bandRow="1">
                <a:noFill/>
                <a:tableStyleId>{30D69AD8-29A4-4AA7-B508-2EB6D6330799}</a:tableStyleId>
              </a:tblPr>
              <a:tblGrid>
                <a:gridCol w="12102800">
                  <a:extLst>
                    <a:ext uri="{9D8B030D-6E8A-4147-A177-3AD203B41FA5}">
                      <a16:colId xmlns:a16="http://schemas.microsoft.com/office/drawing/2014/main" val="20000"/>
                    </a:ext>
                  </a:extLst>
                </a:gridCol>
              </a:tblGrid>
              <a:tr h="524100">
                <a:tc>
                  <a:txBody>
                    <a:bodyPr/>
                    <a:lstStyle/>
                    <a:p>
                      <a:pPr marL="0" marR="0" lvl="0" indent="0" algn="ctr" rtl="0">
                        <a:spcBef>
                          <a:spcPts val="0"/>
                        </a:spcBef>
                        <a:spcAft>
                          <a:spcPts val="0"/>
                        </a:spcAft>
                        <a:buNone/>
                      </a:pPr>
                      <a:r>
                        <a:rPr lang="en-US" sz="1600" u="none" strike="noStrike" cap="none">
                          <a:solidFill>
                            <a:schemeClr val="lt1"/>
                          </a:solidFill>
                          <a:latin typeface="Helvetica Neue"/>
                          <a:ea typeface="Helvetica Neue"/>
                          <a:cs typeface="Helvetica Neue"/>
                          <a:sym typeface="Helvetica Neue"/>
                        </a:rPr>
                        <a:t>CUET IT Business Incubator, Chattogram, Bangladesh</a:t>
                      </a:r>
                      <a:endParaRPr/>
                    </a:p>
                    <a:p>
                      <a:pPr marL="0" marR="0" lvl="0" indent="0" algn="ctr" rtl="0">
                        <a:spcBef>
                          <a:spcPts val="0"/>
                        </a:spcBef>
                        <a:spcAft>
                          <a:spcPts val="0"/>
                        </a:spcAft>
                        <a:buNone/>
                      </a:pPr>
                      <a:r>
                        <a:rPr lang="en-US" sz="1600" u="none" strike="noStrike" cap="none">
                          <a:solidFill>
                            <a:schemeClr val="lt1"/>
                          </a:solidFill>
                          <a:latin typeface="Helvetica Neue"/>
                          <a:ea typeface="Helvetica Neue"/>
                          <a:cs typeface="Helvetica Neue"/>
                          <a:sym typeface="Helvetica Neue"/>
                        </a:rPr>
                        <a:t>25</a:t>
                      </a:r>
                      <a:r>
                        <a:rPr lang="en-US" sz="1600" u="none" strike="noStrike" cap="none" baseline="30000">
                          <a:solidFill>
                            <a:schemeClr val="lt1"/>
                          </a:solidFill>
                          <a:latin typeface="Helvetica Neue"/>
                          <a:ea typeface="Helvetica Neue"/>
                          <a:cs typeface="Helvetica Neue"/>
                          <a:sym typeface="Helvetica Neue"/>
                        </a:rPr>
                        <a:t>th</a:t>
                      </a:r>
                      <a:r>
                        <a:rPr lang="en-US" sz="1600" u="none" strike="noStrike" cap="none">
                          <a:solidFill>
                            <a:schemeClr val="lt1"/>
                          </a:solidFill>
                          <a:latin typeface="Helvetica Neue"/>
                          <a:ea typeface="Helvetica Neue"/>
                          <a:cs typeface="Helvetica Neue"/>
                          <a:sym typeface="Helvetica Neue"/>
                        </a:rPr>
                        <a:t> &amp; 26</a:t>
                      </a:r>
                      <a:r>
                        <a:rPr lang="en-US" sz="1600" u="none" strike="noStrike" cap="none" baseline="30000">
                          <a:solidFill>
                            <a:schemeClr val="lt1"/>
                          </a:solidFill>
                          <a:latin typeface="Helvetica Neue"/>
                          <a:ea typeface="Helvetica Neue"/>
                          <a:cs typeface="Helvetica Neue"/>
                          <a:sym typeface="Helvetica Neue"/>
                        </a:rPr>
                        <a:t>th</a:t>
                      </a:r>
                      <a:r>
                        <a:rPr lang="en-US" sz="1600" u="none" strike="noStrike" cap="none">
                          <a:solidFill>
                            <a:schemeClr val="lt1"/>
                          </a:solidFill>
                          <a:latin typeface="Helvetica Neue"/>
                          <a:ea typeface="Helvetica Neue"/>
                          <a:cs typeface="Helvetica Neue"/>
                          <a:sym typeface="Helvetica Neue"/>
                        </a:rPr>
                        <a:t> September 2024</a:t>
                      </a:r>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86AB3"/>
                    </a:solidFill>
                  </a:tcPr>
                </a:tc>
                <a:extLst>
                  <a:ext uri="{0D108BD9-81ED-4DB2-BD59-A6C34878D82A}">
                    <a16:rowId xmlns:a16="http://schemas.microsoft.com/office/drawing/2014/main" val="10000"/>
                  </a:ext>
                </a:extLst>
              </a:tr>
            </a:tbl>
          </a:graphicData>
        </a:graphic>
      </p:graphicFrame>
      <p:grpSp>
        <p:nvGrpSpPr>
          <p:cNvPr id="424" name="Google Shape;424;p16"/>
          <p:cNvGrpSpPr/>
          <p:nvPr/>
        </p:nvGrpSpPr>
        <p:grpSpPr>
          <a:xfrm>
            <a:off x="11538857" y="5828369"/>
            <a:ext cx="338772" cy="362537"/>
            <a:chOff x="0" y="0"/>
            <a:chExt cx="812800" cy="869819"/>
          </a:xfrm>
        </p:grpSpPr>
        <p:sp>
          <p:nvSpPr>
            <p:cNvPr id="425" name="Google Shape;425;p16"/>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26" name="Google Shape;426;p16"/>
            <p:cNvSpPr txBox="1"/>
            <p:nvPr/>
          </p:nvSpPr>
          <p:spPr>
            <a:xfrm>
              <a:off x="76200" y="52970"/>
              <a:ext cx="660400" cy="735303"/>
            </a:xfrm>
            <a:prstGeom prst="rect">
              <a:avLst/>
            </a:prstGeom>
            <a:noFill/>
            <a:ln>
              <a:noFill/>
            </a:ln>
          </p:spPr>
          <p:txBody>
            <a:bodyPr spcFirstLastPara="1" wrap="square" lIns="33850" tIns="33850" rIns="33850" bIns="33850" anchor="ctr" anchorCtr="0">
              <a:noAutofit/>
            </a:bodyPr>
            <a:lstStyle/>
            <a:p>
              <a:pPr marL="0" marR="0" lvl="0" indent="0" algn="ctr" rtl="0">
                <a:lnSpc>
                  <a:spcPct val="140070"/>
                </a:lnSpc>
                <a:spcBef>
                  <a:spcPts val="0"/>
                </a:spcBef>
                <a:spcAft>
                  <a:spcPts val="0"/>
                </a:spcAft>
                <a:buNone/>
              </a:pPr>
              <a:r>
                <a:rPr lang="en-US" sz="1133">
                  <a:solidFill>
                    <a:srgbClr val="191919"/>
                  </a:solidFill>
                  <a:latin typeface="Arial"/>
                  <a:ea typeface="Arial"/>
                  <a:cs typeface="Arial"/>
                  <a:sym typeface="Arial"/>
                </a:rPr>
                <a:t>15</a:t>
              </a:r>
              <a:endParaRPr/>
            </a:p>
          </p:txBody>
        </p:sp>
      </p:grpSp>
      <p:pic>
        <p:nvPicPr>
          <p:cNvPr id="427" name="Google Shape;427;p16"/>
          <p:cNvPicPr preferRelativeResize="0"/>
          <p:nvPr/>
        </p:nvPicPr>
        <p:blipFill rotWithShape="1">
          <a:blip r:embed="rId4">
            <a:alphaModFix/>
          </a:blip>
          <a:srcRect/>
          <a:stretch/>
        </p:blipFill>
        <p:spPr>
          <a:xfrm>
            <a:off x="132734" y="589296"/>
            <a:ext cx="946917" cy="584383"/>
          </a:xfrm>
          <a:prstGeom prst="rect">
            <a:avLst/>
          </a:prstGeom>
          <a:noFill/>
          <a:ln>
            <a:noFill/>
          </a:ln>
        </p:spPr>
      </p:pic>
      <p:sp>
        <p:nvSpPr>
          <p:cNvPr id="428" name="Google Shape;428;p16"/>
          <p:cNvSpPr/>
          <p:nvPr/>
        </p:nvSpPr>
        <p:spPr>
          <a:xfrm>
            <a:off x="44604" y="6317773"/>
            <a:ext cx="12102790" cy="579120"/>
          </a:xfrm>
          <a:prstGeom prst="rect">
            <a:avLst/>
          </a:prstGeom>
          <a:solidFill>
            <a:srgbClr val="286AB3"/>
          </a:solidFill>
          <a:ln w="12700" cap="flat" cmpd="sng">
            <a:solidFill>
              <a:srgbClr val="0070C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2000"/>
              <a:buFont typeface="Calibri"/>
              <a:buNone/>
            </a:pPr>
            <a:r>
              <a:rPr lang="en-US" sz="2000" b="1">
                <a:solidFill>
                  <a:schemeClr val="lt1"/>
                </a:solidFill>
                <a:latin typeface="Calibri"/>
                <a:ea typeface="Calibri"/>
                <a:cs typeface="Calibri"/>
                <a:sym typeface="Calibri"/>
              </a:rPr>
              <a:t>CUET, Chattogram, Bangladesh</a:t>
            </a:r>
            <a:endParaRPr/>
          </a:p>
          <a:p>
            <a:pPr marL="0" marR="0" lvl="0" indent="0" algn="ctr" rtl="0">
              <a:spcBef>
                <a:spcPts val="0"/>
              </a:spcBef>
              <a:spcAft>
                <a:spcPts val="0"/>
              </a:spcAft>
              <a:buClr>
                <a:schemeClr val="lt1"/>
              </a:buClr>
              <a:buSzPts val="1800"/>
              <a:buFont typeface="Calibri"/>
              <a:buNone/>
            </a:pPr>
            <a:r>
              <a:rPr lang="en-US" sz="1800" b="1">
                <a:solidFill>
                  <a:schemeClr val="lt1"/>
                </a:solidFill>
                <a:latin typeface="Calibri"/>
                <a:ea typeface="Calibri"/>
                <a:cs typeface="Calibri"/>
                <a:sym typeface="Calibri"/>
              </a:rPr>
              <a:t>13</a:t>
            </a:r>
            <a:r>
              <a:rPr lang="en-US" sz="1800" b="1" baseline="30000">
                <a:solidFill>
                  <a:schemeClr val="lt1"/>
                </a:solidFill>
                <a:latin typeface="Calibri"/>
                <a:ea typeface="Calibri"/>
                <a:cs typeface="Calibri"/>
                <a:sym typeface="Calibri"/>
              </a:rPr>
              <a:t>th</a:t>
            </a:r>
            <a:r>
              <a:rPr lang="en-US" sz="1800" b="1">
                <a:solidFill>
                  <a:schemeClr val="lt1"/>
                </a:solidFill>
                <a:latin typeface="Calibri"/>
                <a:ea typeface="Calibri"/>
                <a:cs typeface="Calibri"/>
                <a:sym typeface="Calibri"/>
              </a:rPr>
              <a:t> – 15</a:t>
            </a:r>
            <a:r>
              <a:rPr lang="en-US" sz="1800" b="1" baseline="30000">
                <a:solidFill>
                  <a:schemeClr val="lt1"/>
                </a:solidFill>
                <a:latin typeface="Calibri"/>
                <a:ea typeface="Calibri"/>
                <a:cs typeface="Calibri"/>
                <a:sym typeface="Calibri"/>
              </a:rPr>
              <a:t>th</a:t>
            </a:r>
            <a:r>
              <a:rPr lang="en-US" sz="1800" b="1">
                <a:solidFill>
                  <a:schemeClr val="lt1"/>
                </a:solidFill>
                <a:latin typeface="Calibri"/>
                <a:ea typeface="Calibri"/>
                <a:cs typeface="Calibri"/>
                <a:sym typeface="Calibri"/>
              </a:rPr>
              <a:t> February 2025</a:t>
            </a:r>
            <a:endParaRPr sz="1800">
              <a:solidFill>
                <a:schemeClr val="dk1"/>
              </a:solidFill>
              <a:latin typeface="Calibri"/>
              <a:ea typeface="Calibri"/>
              <a:cs typeface="Calibri"/>
              <a:sym typeface="Calibri"/>
            </a:endParaRPr>
          </a:p>
        </p:txBody>
      </p:sp>
      <p:sp>
        <p:nvSpPr>
          <p:cNvPr id="429" name="Google Shape;429;p16"/>
          <p:cNvSpPr txBox="1">
            <a:spLocks noGrp="1"/>
          </p:cNvSpPr>
          <p:nvPr>
            <p:ph type="dt" idx="10"/>
          </p:nvPr>
        </p:nvSpPr>
        <p:spPr>
          <a:xfrm>
            <a:off x="44604" y="5915810"/>
            <a:ext cx="2876396" cy="412123"/>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sz="2000" b="1">
                <a:solidFill>
                  <a:srgbClr val="002060"/>
                </a:solidFill>
                <a:latin typeface="Times New Roman"/>
                <a:ea typeface="Times New Roman"/>
                <a:cs typeface="Times New Roman"/>
                <a:sym typeface="Times New Roman"/>
              </a:rPr>
              <a:t>13</a:t>
            </a:r>
            <a:r>
              <a:rPr lang="en-US" sz="2000" b="1" baseline="30000">
                <a:solidFill>
                  <a:srgbClr val="002060"/>
                </a:solidFill>
                <a:latin typeface="Times New Roman"/>
                <a:ea typeface="Times New Roman"/>
                <a:cs typeface="Times New Roman"/>
                <a:sym typeface="Times New Roman"/>
              </a:rPr>
              <a:t>th</a:t>
            </a:r>
            <a:r>
              <a:rPr lang="en-US" sz="2000" b="1">
                <a:solidFill>
                  <a:srgbClr val="002060"/>
                </a:solidFill>
                <a:latin typeface="Times New Roman"/>
                <a:ea typeface="Times New Roman"/>
                <a:cs typeface="Times New Roman"/>
                <a:sym typeface="Times New Roman"/>
              </a:rPr>
              <a:t> February 2025</a:t>
            </a:r>
            <a:endParaRPr/>
          </a:p>
        </p:txBody>
      </p:sp>
      <p:sp>
        <p:nvSpPr>
          <p:cNvPr id="430" name="Google Shape;430;p16"/>
          <p:cNvSpPr/>
          <p:nvPr/>
        </p:nvSpPr>
        <p:spPr>
          <a:xfrm>
            <a:off x="10607040" y="671238"/>
            <a:ext cx="1231221" cy="514423"/>
          </a:xfrm>
          <a:prstGeom prst="rect">
            <a:avLst/>
          </a:prstGeom>
          <a:blipFill rotWithShape="1">
            <a:blip r:embed="rId5">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grpSp>
        <p:nvGrpSpPr>
          <p:cNvPr id="436" name="Google Shape;436;p17"/>
          <p:cNvGrpSpPr/>
          <p:nvPr/>
        </p:nvGrpSpPr>
        <p:grpSpPr>
          <a:xfrm>
            <a:off x="0" y="0"/>
            <a:ext cx="12192000" cy="625651"/>
            <a:chOff x="0" y="0"/>
            <a:chExt cx="12192000" cy="625651"/>
          </a:xfrm>
        </p:grpSpPr>
        <p:sp>
          <p:nvSpPr>
            <p:cNvPr id="437" name="Google Shape;437;p17"/>
            <p:cNvSpPr/>
            <p:nvPr/>
          </p:nvSpPr>
          <p:spPr>
            <a:xfrm>
              <a:off x="0" y="0"/>
              <a:ext cx="12192000" cy="441885"/>
            </a:xfrm>
            <a:prstGeom prst="flowChartProcess">
              <a:avLst/>
            </a:prstGeom>
            <a:solidFill>
              <a:srgbClr val="FAA41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8" name="Google Shape;438;p17"/>
            <p:cNvSpPr/>
            <p:nvPr/>
          </p:nvSpPr>
          <p:spPr>
            <a:xfrm>
              <a:off x="7199086" y="441885"/>
              <a:ext cx="4992913" cy="183766"/>
            </a:xfrm>
            <a:prstGeom prst="flowChartProcess">
              <a:avLst/>
            </a:prstGeom>
            <a:solidFill>
              <a:srgbClr val="45448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439" name="Google Shape;439;p17"/>
          <p:cNvSpPr txBox="1">
            <a:spLocks noGrp="1"/>
          </p:cNvSpPr>
          <p:nvPr>
            <p:ph type="title"/>
          </p:nvPr>
        </p:nvSpPr>
        <p:spPr>
          <a:xfrm>
            <a:off x="609600" y="1143000"/>
            <a:ext cx="10972800" cy="10668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002060"/>
              </a:buClr>
              <a:buSzPts val="4000"/>
              <a:buFont typeface="Calibri"/>
              <a:buNone/>
            </a:pPr>
            <a:r>
              <a:rPr lang="en-US" b="1">
                <a:solidFill>
                  <a:srgbClr val="002060"/>
                </a:solidFill>
              </a:rPr>
              <a:t>Acknowledgement</a:t>
            </a:r>
            <a:endParaRPr b="1">
              <a:solidFill>
                <a:srgbClr val="002060"/>
              </a:solidFill>
            </a:endParaRPr>
          </a:p>
        </p:txBody>
      </p:sp>
      <p:pic>
        <p:nvPicPr>
          <p:cNvPr id="440" name="Google Shape;440;p17"/>
          <p:cNvPicPr preferRelativeResize="0"/>
          <p:nvPr/>
        </p:nvPicPr>
        <p:blipFill rotWithShape="1">
          <a:blip r:embed="rId3">
            <a:alphaModFix/>
          </a:blip>
          <a:srcRect/>
          <a:stretch/>
        </p:blipFill>
        <p:spPr>
          <a:xfrm>
            <a:off x="44604" y="6327933"/>
            <a:ext cx="12102790" cy="524107"/>
          </a:xfrm>
          <a:prstGeom prst="rect">
            <a:avLst/>
          </a:prstGeom>
          <a:noFill/>
          <a:ln>
            <a:noFill/>
          </a:ln>
        </p:spPr>
      </p:pic>
      <p:sp>
        <p:nvSpPr>
          <p:cNvPr id="441" name="Google Shape;441;p17"/>
          <p:cNvSpPr/>
          <p:nvPr/>
        </p:nvSpPr>
        <p:spPr>
          <a:xfrm>
            <a:off x="807266" y="2011239"/>
            <a:ext cx="10775134" cy="872034"/>
          </a:xfrm>
          <a:prstGeom prst="rect">
            <a:avLst/>
          </a:prstGeom>
          <a:noFill/>
          <a:ln>
            <a:noFill/>
          </a:ln>
        </p:spPr>
        <p:txBody>
          <a:bodyPr spcFirstLastPara="1" wrap="square" lIns="91425" tIns="45700" rIns="91425" bIns="45700" anchor="ctr" anchorCtr="0">
            <a:spAutoFit/>
          </a:bodyPr>
          <a:lstStyle/>
          <a:p>
            <a:pPr marL="285750" marR="0" lvl="0" indent="-285750" algn="l" rtl="0">
              <a:lnSpc>
                <a:spcPct val="150000"/>
              </a:lnSpc>
              <a:spcBef>
                <a:spcPts val="0"/>
              </a:spcBef>
              <a:spcAft>
                <a:spcPts val="0"/>
              </a:spcAft>
              <a:buClr>
                <a:srgbClr val="7030A0"/>
              </a:buClr>
              <a:buSzPts val="1800"/>
              <a:buFont typeface="Noto Sans Symbols"/>
              <a:buChar char="❑"/>
            </a:pPr>
            <a:r>
              <a:rPr lang="en-US" sz="1800" b="1" i="0" u="none" strike="noStrike" cap="none">
                <a:solidFill>
                  <a:srgbClr val="7030A0"/>
                </a:solidFill>
                <a:latin typeface="Arial"/>
                <a:ea typeface="Arial"/>
                <a:cs typeface="Arial"/>
                <a:sym typeface="Arial"/>
              </a:rPr>
              <a:t>We express our gratitude to Shamsul Abedin for his precise guidance and exceptional supervision.</a:t>
            </a:r>
            <a:endParaRPr sz="1800" b="1" i="0" u="none" strike="noStrike" cap="none">
              <a:solidFill>
                <a:srgbClr val="C00000"/>
              </a:solidFill>
              <a:latin typeface="Arial"/>
              <a:ea typeface="Arial"/>
              <a:cs typeface="Arial"/>
              <a:sym typeface="Arial"/>
            </a:endParaRPr>
          </a:p>
        </p:txBody>
      </p:sp>
      <p:graphicFrame>
        <p:nvGraphicFramePr>
          <p:cNvPr id="442" name="Google Shape;442;p17"/>
          <p:cNvGraphicFramePr/>
          <p:nvPr/>
        </p:nvGraphicFramePr>
        <p:xfrm>
          <a:off x="44604" y="6330906"/>
          <a:ext cx="12102800" cy="579130"/>
        </p:xfrm>
        <a:graphic>
          <a:graphicData uri="http://schemas.openxmlformats.org/drawingml/2006/table">
            <a:tbl>
              <a:tblPr firstRow="1" bandRow="1">
                <a:noFill/>
                <a:tableStyleId>{30D69AD8-29A4-4AA7-B508-2EB6D6330799}</a:tableStyleId>
              </a:tblPr>
              <a:tblGrid>
                <a:gridCol w="12102800">
                  <a:extLst>
                    <a:ext uri="{9D8B030D-6E8A-4147-A177-3AD203B41FA5}">
                      <a16:colId xmlns:a16="http://schemas.microsoft.com/office/drawing/2014/main" val="20000"/>
                    </a:ext>
                  </a:extLst>
                </a:gridCol>
              </a:tblGrid>
              <a:tr h="524100">
                <a:tc>
                  <a:txBody>
                    <a:bodyPr/>
                    <a:lstStyle/>
                    <a:p>
                      <a:pPr marL="0" marR="0" lvl="0" indent="0" algn="ctr" rtl="0">
                        <a:spcBef>
                          <a:spcPts val="0"/>
                        </a:spcBef>
                        <a:spcAft>
                          <a:spcPts val="0"/>
                        </a:spcAft>
                        <a:buNone/>
                      </a:pPr>
                      <a:r>
                        <a:rPr lang="en-US" sz="1600" u="none" strike="noStrike" cap="none">
                          <a:solidFill>
                            <a:schemeClr val="lt1"/>
                          </a:solidFill>
                          <a:latin typeface="Helvetica Neue"/>
                          <a:ea typeface="Helvetica Neue"/>
                          <a:cs typeface="Helvetica Neue"/>
                          <a:sym typeface="Helvetica Neue"/>
                        </a:rPr>
                        <a:t>CUET IT Business Incubator, Chattogram, Bangladesh</a:t>
                      </a:r>
                      <a:endParaRPr/>
                    </a:p>
                    <a:p>
                      <a:pPr marL="0" marR="0" lvl="0" indent="0" algn="ctr" rtl="0">
                        <a:spcBef>
                          <a:spcPts val="0"/>
                        </a:spcBef>
                        <a:spcAft>
                          <a:spcPts val="0"/>
                        </a:spcAft>
                        <a:buNone/>
                      </a:pPr>
                      <a:r>
                        <a:rPr lang="en-US" sz="1600" u="none" strike="noStrike" cap="none">
                          <a:solidFill>
                            <a:schemeClr val="lt1"/>
                          </a:solidFill>
                          <a:latin typeface="Helvetica Neue"/>
                          <a:ea typeface="Helvetica Neue"/>
                          <a:cs typeface="Helvetica Neue"/>
                          <a:sym typeface="Helvetica Neue"/>
                        </a:rPr>
                        <a:t>25</a:t>
                      </a:r>
                      <a:r>
                        <a:rPr lang="en-US" sz="1600" u="none" strike="noStrike" cap="none" baseline="30000">
                          <a:solidFill>
                            <a:schemeClr val="lt1"/>
                          </a:solidFill>
                          <a:latin typeface="Helvetica Neue"/>
                          <a:ea typeface="Helvetica Neue"/>
                          <a:cs typeface="Helvetica Neue"/>
                          <a:sym typeface="Helvetica Neue"/>
                        </a:rPr>
                        <a:t>th</a:t>
                      </a:r>
                      <a:r>
                        <a:rPr lang="en-US" sz="1600" u="none" strike="noStrike" cap="none">
                          <a:solidFill>
                            <a:schemeClr val="lt1"/>
                          </a:solidFill>
                          <a:latin typeface="Helvetica Neue"/>
                          <a:ea typeface="Helvetica Neue"/>
                          <a:cs typeface="Helvetica Neue"/>
                          <a:sym typeface="Helvetica Neue"/>
                        </a:rPr>
                        <a:t> &amp; 26</a:t>
                      </a:r>
                      <a:r>
                        <a:rPr lang="en-US" sz="1600" u="none" strike="noStrike" cap="none" baseline="30000">
                          <a:solidFill>
                            <a:schemeClr val="lt1"/>
                          </a:solidFill>
                          <a:latin typeface="Helvetica Neue"/>
                          <a:ea typeface="Helvetica Neue"/>
                          <a:cs typeface="Helvetica Neue"/>
                          <a:sym typeface="Helvetica Neue"/>
                        </a:rPr>
                        <a:t>th</a:t>
                      </a:r>
                      <a:r>
                        <a:rPr lang="en-US" sz="1600" u="none" strike="noStrike" cap="none">
                          <a:solidFill>
                            <a:schemeClr val="lt1"/>
                          </a:solidFill>
                          <a:latin typeface="Helvetica Neue"/>
                          <a:ea typeface="Helvetica Neue"/>
                          <a:cs typeface="Helvetica Neue"/>
                          <a:sym typeface="Helvetica Neue"/>
                        </a:rPr>
                        <a:t> September 2024</a:t>
                      </a:r>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86AB3"/>
                    </a:solidFill>
                  </a:tcPr>
                </a:tc>
                <a:extLst>
                  <a:ext uri="{0D108BD9-81ED-4DB2-BD59-A6C34878D82A}">
                    <a16:rowId xmlns:a16="http://schemas.microsoft.com/office/drawing/2014/main" val="10000"/>
                  </a:ext>
                </a:extLst>
              </a:tr>
            </a:tbl>
          </a:graphicData>
        </a:graphic>
      </p:graphicFrame>
      <p:grpSp>
        <p:nvGrpSpPr>
          <p:cNvPr id="443" name="Google Shape;443;p17"/>
          <p:cNvGrpSpPr/>
          <p:nvPr/>
        </p:nvGrpSpPr>
        <p:grpSpPr>
          <a:xfrm>
            <a:off x="11538857" y="5828369"/>
            <a:ext cx="338772" cy="362537"/>
            <a:chOff x="0" y="0"/>
            <a:chExt cx="812800" cy="869819"/>
          </a:xfrm>
        </p:grpSpPr>
        <p:sp>
          <p:nvSpPr>
            <p:cNvPr id="444" name="Google Shape;444;p17"/>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45" name="Google Shape;445;p17"/>
            <p:cNvSpPr txBox="1"/>
            <p:nvPr/>
          </p:nvSpPr>
          <p:spPr>
            <a:xfrm>
              <a:off x="76200" y="52970"/>
              <a:ext cx="660400" cy="735303"/>
            </a:xfrm>
            <a:prstGeom prst="rect">
              <a:avLst/>
            </a:prstGeom>
            <a:noFill/>
            <a:ln>
              <a:noFill/>
            </a:ln>
          </p:spPr>
          <p:txBody>
            <a:bodyPr spcFirstLastPara="1" wrap="square" lIns="33850" tIns="33850" rIns="33850" bIns="33850" anchor="ctr" anchorCtr="0">
              <a:noAutofit/>
            </a:bodyPr>
            <a:lstStyle/>
            <a:p>
              <a:pPr marL="0" marR="0" lvl="0" indent="0" algn="ctr" rtl="0">
                <a:lnSpc>
                  <a:spcPct val="140070"/>
                </a:lnSpc>
                <a:spcBef>
                  <a:spcPts val="0"/>
                </a:spcBef>
                <a:spcAft>
                  <a:spcPts val="0"/>
                </a:spcAft>
                <a:buNone/>
              </a:pPr>
              <a:r>
                <a:rPr lang="en-US" sz="1133">
                  <a:solidFill>
                    <a:srgbClr val="191919"/>
                  </a:solidFill>
                  <a:latin typeface="Arial"/>
                  <a:ea typeface="Arial"/>
                  <a:cs typeface="Arial"/>
                  <a:sym typeface="Arial"/>
                </a:rPr>
                <a:t>16</a:t>
              </a:r>
              <a:endParaRPr/>
            </a:p>
          </p:txBody>
        </p:sp>
      </p:grpSp>
      <p:pic>
        <p:nvPicPr>
          <p:cNvPr id="446" name="Google Shape;446;p17"/>
          <p:cNvPicPr preferRelativeResize="0"/>
          <p:nvPr/>
        </p:nvPicPr>
        <p:blipFill rotWithShape="1">
          <a:blip r:embed="rId4">
            <a:alphaModFix/>
          </a:blip>
          <a:srcRect/>
          <a:stretch/>
        </p:blipFill>
        <p:spPr>
          <a:xfrm>
            <a:off x="132734" y="589296"/>
            <a:ext cx="946917" cy="584383"/>
          </a:xfrm>
          <a:prstGeom prst="rect">
            <a:avLst/>
          </a:prstGeom>
          <a:noFill/>
          <a:ln>
            <a:noFill/>
          </a:ln>
        </p:spPr>
      </p:pic>
      <p:sp>
        <p:nvSpPr>
          <p:cNvPr id="447" name="Google Shape;447;p17"/>
          <p:cNvSpPr/>
          <p:nvPr/>
        </p:nvSpPr>
        <p:spPr>
          <a:xfrm>
            <a:off x="44604" y="6317773"/>
            <a:ext cx="12102790" cy="579120"/>
          </a:xfrm>
          <a:prstGeom prst="rect">
            <a:avLst/>
          </a:prstGeom>
          <a:solidFill>
            <a:srgbClr val="286AB3"/>
          </a:solidFill>
          <a:ln w="12700" cap="flat" cmpd="sng">
            <a:solidFill>
              <a:srgbClr val="0070C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2000"/>
              <a:buFont typeface="Calibri"/>
              <a:buNone/>
            </a:pPr>
            <a:r>
              <a:rPr lang="en-US" sz="2000" b="1">
                <a:solidFill>
                  <a:schemeClr val="lt1"/>
                </a:solidFill>
                <a:latin typeface="Calibri"/>
                <a:ea typeface="Calibri"/>
                <a:cs typeface="Calibri"/>
                <a:sym typeface="Calibri"/>
              </a:rPr>
              <a:t>CUET, Chattogram, Bangladesh</a:t>
            </a:r>
            <a:endParaRPr/>
          </a:p>
          <a:p>
            <a:pPr marL="0" marR="0" lvl="0" indent="0" algn="ctr" rtl="0">
              <a:spcBef>
                <a:spcPts val="0"/>
              </a:spcBef>
              <a:spcAft>
                <a:spcPts val="0"/>
              </a:spcAft>
              <a:buClr>
                <a:schemeClr val="lt1"/>
              </a:buClr>
              <a:buSzPts val="1800"/>
              <a:buFont typeface="Calibri"/>
              <a:buNone/>
            </a:pPr>
            <a:r>
              <a:rPr lang="en-US" sz="1800" b="1">
                <a:solidFill>
                  <a:schemeClr val="lt1"/>
                </a:solidFill>
                <a:latin typeface="Calibri"/>
                <a:ea typeface="Calibri"/>
                <a:cs typeface="Calibri"/>
                <a:sym typeface="Calibri"/>
              </a:rPr>
              <a:t>13</a:t>
            </a:r>
            <a:r>
              <a:rPr lang="en-US" sz="1800" b="1" baseline="30000">
                <a:solidFill>
                  <a:schemeClr val="lt1"/>
                </a:solidFill>
                <a:latin typeface="Calibri"/>
                <a:ea typeface="Calibri"/>
                <a:cs typeface="Calibri"/>
                <a:sym typeface="Calibri"/>
              </a:rPr>
              <a:t>th</a:t>
            </a:r>
            <a:r>
              <a:rPr lang="en-US" sz="1800" b="1">
                <a:solidFill>
                  <a:schemeClr val="lt1"/>
                </a:solidFill>
                <a:latin typeface="Calibri"/>
                <a:ea typeface="Calibri"/>
                <a:cs typeface="Calibri"/>
                <a:sym typeface="Calibri"/>
              </a:rPr>
              <a:t> – 15</a:t>
            </a:r>
            <a:r>
              <a:rPr lang="en-US" sz="1800" b="1" baseline="30000">
                <a:solidFill>
                  <a:schemeClr val="lt1"/>
                </a:solidFill>
                <a:latin typeface="Calibri"/>
                <a:ea typeface="Calibri"/>
                <a:cs typeface="Calibri"/>
                <a:sym typeface="Calibri"/>
              </a:rPr>
              <a:t>th</a:t>
            </a:r>
            <a:r>
              <a:rPr lang="en-US" sz="1800" b="1">
                <a:solidFill>
                  <a:schemeClr val="lt1"/>
                </a:solidFill>
                <a:latin typeface="Calibri"/>
                <a:ea typeface="Calibri"/>
                <a:cs typeface="Calibri"/>
                <a:sym typeface="Calibri"/>
              </a:rPr>
              <a:t> February 2025</a:t>
            </a:r>
            <a:endParaRPr sz="1800">
              <a:solidFill>
                <a:schemeClr val="dk1"/>
              </a:solidFill>
              <a:latin typeface="Calibri"/>
              <a:ea typeface="Calibri"/>
              <a:cs typeface="Calibri"/>
              <a:sym typeface="Calibri"/>
            </a:endParaRPr>
          </a:p>
        </p:txBody>
      </p:sp>
      <p:sp>
        <p:nvSpPr>
          <p:cNvPr id="448" name="Google Shape;448;p17"/>
          <p:cNvSpPr txBox="1">
            <a:spLocks noGrp="1"/>
          </p:cNvSpPr>
          <p:nvPr>
            <p:ph type="dt" idx="10"/>
          </p:nvPr>
        </p:nvSpPr>
        <p:spPr>
          <a:xfrm>
            <a:off x="44604" y="5915810"/>
            <a:ext cx="2876396" cy="412123"/>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sz="2000" b="1">
                <a:solidFill>
                  <a:srgbClr val="002060"/>
                </a:solidFill>
                <a:latin typeface="Times New Roman"/>
                <a:ea typeface="Times New Roman"/>
                <a:cs typeface="Times New Roman"/>
                <a:sym typeface="Times New Roman"/>
              </a:rPr>
              <a:t>13</a:t>
            </a:r>
            <a:r>
              <a:rPr lang="en-US" sz="2000" b="1" baseline="30000">
                <a:solidFill>
                  <a:srgbClr val="002060"/>
                </a:solidFill>
                <a:latin typeface="Times New Roman"/>
                <a:ea typeface="Times New Roman"/>
                <a:cs typeface="Times New Roman"/>
                <a:sym typeface="Times New Roman"/>
              </a:rPr>
              <a:t>th</a:t>
            </a:r>
            <a:r>
              <a:rPr lang="en-US" sz="2000" b="1">
                <a:solidFill>
                  <a:srgbClr val="002060"/>
                </a:solidFill>
                <a:latin typeface="Times New Roman"/>
                <a:ea typeface="Times New Roman"/>
                <a:cs typeface="Times New Roman"/>
                <a:sym typeface="Times New Roman"/>
              </a:rPr>
              <a:t> February 2025</a:t>
            </a:r>
            <a:endParaRPr/>
          </a:p>
        </p:txBody>
      </p:sp>
      <p:sp>
        <p:nvSpPr>
          <p:cNvPr id="449" name="Google Shape;449;p17"/>
          <p:cNvSpPr/>
          <p:nvPr/>
        </p:nvSpPr>
        <p:spPr>
          <a:xfrm>
            <a:off x="10607040" y="671238"/>
            <a:ext cx="1231221" cy="514423"/>
          </a:xfrm>
          <a:prstGeom prst="rect">
            <a:avLst/>
          </a:prstGeom>
          <a:blipFill rotWithShape="1">
            <a:blip r:embed="rId5">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grpSp>
        <p:nvGrpSpPr>
          <p:cNvPr id="455" name="Google Shape;455;p18"/>
          <p:cNvGrpSpPr/>
          <p:nvPr/>
        </p:nvGrpSpPr>
        <p:grpSpPr>
          <a:xfrm>
            <a:off x="0" y="0"/>
            <a:ext cx="12192000" cy="625651"/>
            <a:chOff x="0" y="0"/>
            <a:chExt cx="12192000" cy="625651"/>
          </a:xfrm>
        </p:grpSpPr>
        <p:sp>
          <p:nvSpPr>
            <p:cNvPr id="456" name="Google Shape;456;p18"/>
            <p:cNvSpPr/>
            <p:nvPr/>
          </p:nvSpPr>
          <p:spPr>
            <a:xfrm>
              <a:off x="0" y="0"/>
              <a:ext cx="12192000" cy="441885"/>
            </a:xfrm>
            <a:prstGeom prst="flowChartProcess">
              <a:avLst/>
            </a:prstGeom>
            <a:solidFill>
              <a:srgbClr val="FAA41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7" name="Google Shape;457;p18"/>
            <p:cNvSpPr/>
            <p:nvPr/>
          </p:nvSpPr>
          <p:spPr>
            <a:xfrm>
              <a:off x="7199086" y="441885"/>
              <a:ext cx="4992913" cy="183766"/>
            </a:xfrm>
            <a:prstGeom prst="flowChartProcess">
              <a:avLst/>
            </a:prstGeom>
            <a:solidFill>
              <a:srgbClr val="45448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458" name="Google Shape;458;p18"/>
          <p:cNvSpPr txBox="1">
            <a:spLocks noGrp="1"/>
          </p:cNvSpPr>
          <p:nvPr>
            <p:ph type="body" idx="1"/>
          </p:nvPr>
        </p:nvSpPr>
        <p:spPr>
          <a:xfrm>
            <a:off x="609600" y="2249424"/>
            <a:ext cx="10972800" cy="3453957"/>
          </a:xfrm>
          <a:prstGeom prst="rect">
            <a:avLst/>
          </a:prstGeom>
          <a:noFill/>
          <a:ln>
            <a:noFill/>
          </a:ln>
        </p:spPr>
        <p:txBody>
          <a:bodyPr spcFirstLastPara="1" wrap="square" lIns="91425" tIns="45700" rIns="91425" bIns="45700" anchor="t" anchorCtr="0">
            <a:normAutofit/>
          </a:bodyPr>
          <a:lstStyle/>
          <a:p>
            <a:pPr marL="365760" lvl="0" indent="-78232" algn="l" rtl="0">
              <a:spcBef>
                <a:spcPts val="0"/>
              </a:spcBef>
              <a:spcAft>
                <a:spcPts val="0"/>
              </a:spcAft>
              <a:buSzPts val="2800"/>
              <a:buFont typeface="Arial"/>
              <a:buNone/>
            </a:pPr>
            <a:endParaRPr>
              <a:solidFill>
                <a:schemeClr val="dk1"/>
              </a:solidFill>
              <a:latin typeface="Times New Roman"/>
              <a:ea typeface="Times New Roman"/>
              <a:cs typeface="Times New Roman"/>
              <a:sym typeface="Times New Roman"/>
            </a:endParaRPr>
          </a:p>
          <a:p>
            <a:pPr marL="365760" lvl="0" indent="-78232" algn="l" rtl="0">
              <a:spcBef>
                <a:spcPts val="300"/>
              </a:spcBef>
              <a:spcAft>
                <a:spcPts val="0"/>
              </a:spcAft>
              <a:buSzPts val="2800"/>
              <a:buFont typeface="Arial"/>
              <a:buNone/>
            </a:pPr>
            <a:endParaRPr>
              <a:solidFill>
                <a:schemeClr val="dk1"/>
              </a:solidFill>
              <a:latin typeface="Times New Roman"/>
              <a:ea typeface="Times New Roman"/>
              <a:cs typeface="Times New Roman"/>
              <a:sym typeface="Times New Roman"/>
            </a:endParaRPr>
          </a:p>
          <a:p>
            <a:pPr marL="365760" lvl="0" indent="-78232" algn="l" rtl="0">
              <a:spcBef>
                <a:spcPts val="300"/>
              </a:spcBef>
              <a:spcAft>
                <a:spcPts val="0"/>
              </a:spcAft>
              <a:buSzPts val="2800"/>
              <a:buFont typeface="Arial"/>
              <a:buNone/>
            </a:pPr>
            <a:endParaRPr>
              <a:solidFill>
                <a:schemeClr val="dk1"/>
              </a:solidFill>
              <a:latin typeface="Times New Roman"/>
              <a:ea typeface="Times New Roman"/>
              <a:cs typeface="Times New Roman"/>
              <a:sym typeface="Times New Roman"/>
            </a:endParaRPr>
          </a:p>
          <a:p>
            <a:pPr marL="365760" lvl="0" indent="-78232" algn="l" rtl="0">
              <a:spcBef>
                <a:spcPts val="300"/>
              </a:spcBef>
              <a:spcAft>
                <a:spcPts val="0"/>
              </a:spcAft>
              <a:buSzPts val="2800"/>
              <a:buFont typeface="Arial"/>
              <a:buNone/>
            </a:pPr>
            <a:endParaRPr>
              <a:solidFill>
                <a:schemeClr val="dk1"/>
              </a:solidFill>
              <a:latin typeface="Times New Roman"/>
              <a:ea typeface="Times New Roman"/>
              <a:cs typeface="Times New Roman"/>
              <a:sym typeface="Times New Roman"/>
            </a:endParaRPr>
          </a:p>
          <a:p>
            <a:pPr marL="365760" lvl="0" indent="-78232" algn="l" rtl="0">
              <a:spcBef>
                <a:spcPts val="300"/>
              </a:spcBef>
              <a:spcAft>
                <a:spcPts val="0"/>
              </a:spcAft>
              <a:buSzPts val="2800"/>
              <a:buFont typeface="Arial"/>
              <a:buNone/>
            </a:pPr>
            <a:endParaRPr>
              <a:solidFill>
                <a:schemeClr val="dk1"/>
              </a:solidFill>
              <a:latin typeface="Times New Roman"/>
              <a:ea typeface="Times New Roman"/>
              <a:cs typeface="Times New Roman"/>
              <a:sym typeface="Times New Roman"/>
            </a:endParaRPr>
          </a:p>
          <a:p>
            <a:pPr marL="365760" lvl="0" indent="-78232" algn="l" rtl="0">
              <a:spcBef>
                <a:spcPts val="300"/>
              </a:spcBef>
              <a:spcAft>
                <a:spcPts val="0"/>
              </a:spcAft>
              <a:buSzPts val="2800"/>
              <a:buFont typeface="Arial"/>
              <a:buNone/>
            </a:pPr>
            <a:endParaRPr>
              <a:solidFill>
                <a:schemeClr val="dk1"/>
              </a:solidFill>
              <a:latin typeface="Times New Roman"/>
              <a:ea typeface="Times New Roman"/>
              <a:cs typeface="Times New Roman"/>
              <a:sym typeface="Times New Roman"/>
            </a:endParaRPr>
          </a:p>
          <a:p>
            <a:pPr marL="365760" lvl="0" indent="-78232" algn="l" rtl="0">
              <a:spcBef>
                <a:spcPts val="300"/>
              </a:spcBef>
              <a:spcAft>
                <a:spcPts val="0"/>
              </a:spcAft>
              <a:buSzPts val="2800"/>
              <a:buFont typeface="Arial"/>
              <a:buNone/>
            </a:pPr>
            <a:endParaRPr>
              <a:solidFill>
                <a:schemeClr val="dk1"/>
              </a:solidFill>
              <a:latin typeface="Times New Roman"/>
              <a:ea typeface="Times New Roman"/>
              <a:cs typeface="Times New Roman"/>
              <a:sym typeface="Times New Roman"/>
            </a:endParaRPr>
          </a:p>
          <a:p>
            <a:pPr marL="365760" lvl="0" indent="-78232" algn="l" rtl="0">
              <a:spcBef>
                <a:spcPts val="300"/>
              </a:spcBef>
              <a:spcAft>
                <a:spcPts val="0"/>
              </a:spcAft>
              <a:buSzPts val="2800"/>
              <a:buNone/>
            </a:pPr>
            <a:endParaRPr/>
          </a:p>
        </p:txBody>
      </p:sp>
      <p:pic>
        <p:nvPicPr>
          <p:cNvPr id="459" name="Google Shape;459;p18"/>
          <p:cNvPicPr preferRelativeResize="0"/>
          <p:nvPr/>
        </p:nvPicPr>
        <p:blipFill rotWithShape="1">
          <a:blip r:embed="rId3">
            <a:alphaModFix/>
          </a:blip>
          <a:srcRect/>
          <a:stretch/>
        </p:blipFill>
        <p:spPr>
          <a:xfrm>
            <a:off x="44604" y="6327933"/>
            <a:ext cx="12102790" cy="524107"/>
          </a:xfrm>
          <a:prstGeom prst="rect">
            <a:avLst/>
          </a:prstGeom>
          <a:noFill/>
          <a:ln>
            <a:noFill/>
          </a:ln>
        </p:spPr>
      </p:pic>
      <p:sp>
        <p:nvSpPr>
          <p:cNvPr id="460" name="Google Shape;460;p18"/>
          <p:cNvSpPr txBox="1"/>
          <p:nvPr/>
        </p:nvSpPr>
        <p:spPr>
          <a:xfrm>
            <a:off x="1839924" y="2201500"/>
            <a:ext cx="7880272" cy="2372106"/>
          </a:xfrm>
          <a:prstGeom prst="rect">
            <a:avLst/>
          </a:prstGeom>
          <a:noFill/>
          <a:ln>
            <a:noFill/>
          </a:ln>
        </p:spPr>
        <p:txBody>
          <a:bodyPr spcFirstLastPara="1" wrap="square" lIns="91425" tIns="45700" rIns="91425" bIns="45700" anchor="ctr" anchorCtr="0">
            <a:normAutofit fontScale="97500"/>
          </a:bodyPr>
          <a:lstStyle/>
          <a:p>
            <a:pPr marL="0" marR="0" lvl="0" indent="0" algn="ctr" rtl="0">
              <a:spcBef>
                <a:spcPts val="0"/>
              </a:spcBef>
              <a:spcAft>
                <a:spcPts val="0"/>
              </a:spcAft>
              <a:buClr>
                <a:srgbClr val="002060"/>
              </a:buClr>
              <a:buSzPct val="100000"/>
              <a:buFont typeface="Pinyon Script"/>
              <a:buNone/>
            </a:pPr>
            <a:r>
              <a:rPr lang="en-US" sz="10700" b="1">
                <a:solidFill>
                  <a:srgbClr val="002060"/>
                </a:solidFill>
                <a:latin typeface="Pinyon Script"/>
                <a:ea typeface="Pinyon Script"/>
                <a:cs typeface="Pinyon Script"/>
                <a:sym typeface="Pinyon Script"/>
              </a:rPr>
              <a:t>Thank You !</a:t>
            </a:r>
            <a:endParaRPr/>
          </a:p>
        </p:txBody>
      </p:sp>
      <p:graphicFrame>
        <p:nvGraphicFramePr>
          <p:cNvPr id="461" name="Google Shape;461;p18"/>
          <p:cNvGraphicFramePr/>
          <p:nvPr/>
        </p:nvGraphicFramePr>
        <p:xfrm>
          <a:off x="44604" y="6330906"/>
          <a:ext cx="3000000" cy="3000000"/>
        </p:xfrm>
        <a:graphic>
          <a:graphicData uri="http://schemas.openxmlformats.org/drawingml/2006/table">
            <a:tbl>
              <a:tblPr firstRow="1" bandRow="1">
                <a:noFill/>
                <a:tableStyleId>{30D69AD8-29A4-4AA7-B508-2EB6D6330799}</a:tableStyleId>
              </a:tblPr>
              <a:tblGrid>
                <a:gridCol w="12102800">
                  <a:extLst>
                    <a:ext uri="{9D8B030D-6E8A-4147-A177-3AD203B41FA5}">
                      <a16:colId xmlns:a16="http://schemas.microsoft.com/office/drawing/2014/main" val="20000"/>
                    </a:ext>
                  </a:extLst>
                </a:gridCol>
              </a:tblGrid>
              <a:tr h="524100">
                <a:tc>
                  <a:txBody>
                    <a:bodyPr/>
                    <a:lstStyle/>
                    <a:p>
                      <a:pPr marL="0" marR="0" lvl="0" indent="0" algn="ctr" rtl="0">
                        <a:spcBef>
                          <a:spcPts val="0"/>
                        </a:spcBef>
                        <a:spcAft>
                          <a:spcPts val="0"/>
                        </a:spcAft>
                        <a:buNone/>
                      </a:pPr>
                      <a:r>
                        <a:rPr lang="en-US" sz="1600" u="none" strike="noStrike" cap="none">
                          <a:solidFill>
                            <a:schemeClr val="lt1"/>
                          </a:solidFill>
                          <a:latin typeface="Helvetica Neue"/>
                          <a:ea typeface="Helvetica Neue"/>
                          <a:cs typeface="Helvetica Neue"/>
                          <a:sym typeface="Helvetica Neue"/>
                        </a:rPr>
                        <a:t>CUET IT Business Incubator, Chattogram, Bangladesh</a:t>
                      </a:r>
                      <a:endParaRPr/>
                    </a:p>
                    <a:p>
                      <a:pPr marL="0" marR="0" lvl="0" indent="0" algn="ctr" rtl="0">
                        <a:spcBef>
                          <a:spcPts val="0"/>
                        </a:spcBef>
                        <a:spcAft>
                          <a:spcPts val="0"/>
                        </a:spcAft>
                        <a:buNone/>
                      </a:pPr>
                      <a:r>
                        <a:rPr lang="en-US" sz="1600" u="none" strike="noStrike" cap="none">
                          <a:solidFill>
                            <a:schemeClr val="lt1"/>
                          </a:solidFill>
                          <a:latin typeface="Helvetica Neue"/>
                          <a:ea typeface="Helvetica Neue"/>
                          <a:cs typeface="Helvetica Neue"/>
                          <a:sym typeface="Helvetica Neue"/>
                        </a:rPr>
                        <a:t>25</a:t>
                      </a:r>
                      <a:r>
                        <a:rPr lang="en-US" sz="1600" u="none" strike="noStrike" cap="none" baseline="30000">
                          <a:solidFill>
                            <a:schemeClr val="lt1"/>
                          </a:solidFill>
                          <a:latin typeface="Helvetica Neue"/>
                          <a:ea typeface="Helvetica Neue"/>
                          <a:cs typeface="Helvetica Neue"/>
                          <a:sym typeface="Helvetica Neue"/>
                        </a:rPr>
                        <a:t>th</a:t>
                      </a:r>
                      <a:r>
                        <a:rPr lang="en-US" sz="1600" u="none" strike="noStrike" cap="none">
                          <a:solidFill>
                            <a:schemeClr val="lt1"/>
                          </a:solidFill>
                          <a:latin typeface="Helvetica Neue"/>
                          <a:ea typeface="Helvetica Neue"/>
                          <a:cs typeface="Helvetica Neue"/>
                          <a:sym typeface="Helvetica Neue"/>
                        </a:rPr>
                        <a:t> &amp; 26</a:t>
                      </a:r>
                      <a:r>
                        <a:rPr lang="en-US" sz="1600" u="none" strike="noStrike" cap="none" baseline="30000">
                          <a:solidFill>
                            <a:schemeClr val="lt1"/>
                          </a:solidFill>
                          <a:latin typeface="Helvetica Neue"/>
                          <a:ea typeface="Helvetica Neue"/>
                          <a:cs typeface="Helvetica Neue"/>
                          <a:sym typeface="Helvetica Neue"/>
                        </a:rPr>
                        <a:t>th</a:t>
                      </a:r>
                      <a:r>
                        <a:rPr lang="en-US" sz="1600" u="none" strike="noStrike" cap="none">
                          <a:solidFill>
                            <a:schemeClr val="lt1"/>
                          </a:solidFill>
                          <a:latin typeface="Helvetica Neue"/>
                          <a:ea typeface="Helvetica Neue"/>
                          <a:cs typeface="Helvetica Neue"/>
                          <a:sym typeface="Helvetica Neue"/>
                        </a:rPr>
                        <a:t> September 2024</a:t>
                      </a:r>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86AB3"/>
                    </a:solidFill>
                  </a:tcPr>
                </a:tc>
                <a:extLst>
                  <a:ext uri="{0D108BD9-81ED-4DB2-BD59-A6C34878D82A}">
                    <a16:rowId xmlns:a16="http://schemas.microsoft.com/office/drawing/2014/main" val="10000"/>
                  </a:ext>
                </a:extLst>
              </a:tr>
            </a:tbl>
          </a:graphicData>
        </a:graphic>
      </p:graphicFrame>
      <p:pic>
        <p:nvPicPr>
          <p:cNvPr id="462" name="Google Shape;462;p18"/>
          <p:cNvPicPr preferRelativeResize="0"/>
          <p:nvPr/>
        </p:nvPicPr>
        <p:blipFill rotWithShape="1">
          <a:blip r:embed="rId4">
            <a:alphaModFix/>
          </a:blip>
          <a:srcRect/>
          <a:stretch/>
        </p:blipFill>
        <p:spPr>
          <a:xfrm>
            <a:off x="132734" y="589296"/>
            <a:ext cx="946917" cy="584383"/>
          </a:xfrm>
          <a:prstGeom prst="rect">
            <a:avLst/>
          </a:prstGeom>
          <a:noFill/>
          <a:ln>
            <a:noFill/>
          </a:ln>
        </p:spPr>
      </p:pic>
      <p:sp>
        <p:nvSpPr>
          <p:cNvPr id="463" name="Google Shape;463;p18"/>
          <p:cNvSpPr/>
          <p:nvPr/>
        </p:nvSpPr>
        <p:spPr>
          <a:xfrm>
            <a:off x="44604" y="6317773"/>
            <a:ext cx="12102790" cy="579120"/>
          </a:xfrm>
          <a:prstGeom prst="rect">
            <a:avLst/>
          </a:prstGeom>
          <a:solidFill>
            <a:srgbClr val="286AB3"/>
          </a:solidFill>
          <a:ln w="12700" cap="flat" cmpd="sng">
            <a:solidFill>
              <a:srgbClr val="0070C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2000"/>
              <a:buFont typeface="Calibri"/>
              <a:buNone/>
            </a:pPr>
            <a:r>
              <a:rPr lang="en-US" sz="2000" b="1">
                <a:solidFill>
                  <a:schemeClr val="lt1"/>
                </a:solidFill>
                <a:latin typeface="Calibri"/>
                <a:ea typeface="Calibri"/>
                <a:cs typeface="Calibri"/>
                <a:sym typeface="Calibri"/>
              </a:rPr>
              <a:t>CUET, Chattogram, Bangladesh</a:t>
            </a:r>
            <a:endParaRPr/>
          </a:p>
          <a:p>
            <a:pPr marL="0" marR="0" lvl="0" indent="0" algn="ctr" rtl="0">
              <a:spcBef>
                <a:spcPts val="0"/>
              </a:spcBef>
              <a:spcAft>
                <a:spcPts val="0"/>
              </a:spcAft>
              <a:buClr>
                <a:schemeClr val="lt1"/>
              </a:buClr>
              <a:buSzPts val="1800"/>
              <a:buFont typeface="Calibri"/>
              <a:buNone/>
            </a:pPr>
            <a:r>
              <a:rPr lang="en-US" sz="1800" b="1">
                <a:solidFill>
                  <a:schemeClr val="lt1"/>
                </a:solidFill>
                <a:latin typeface="Calibri"/>
                <a:ea typeface="Calibri"/>
                <a:cs typeface="Calibri"/>
                <a:sym typeface="Calibri"/>
              </a:rPr>
              <a:t>13</a:t>
            </a:r>
            <a:r>
              <a:rPr lang="en-US" sz="1800" b="1" baseline="30000">
                <a:solidFill>
                  <a:schemeClr val="lt1"/>
                </a:solidFill>
                <a:latin typeface="Calibri"/>
                <a:ea typeface="Calibri"/>
                <a:cs typeface="Calibri"/>
                <a:sym typeface="Calibri"/>
              </a:rPr>
              <a:t>th</a:t>
            </a:r>
            <a:r>
              <a:rPr lang="en-US" sz="1800" b="1">
                <a:solidFill>
                  <a:schemeClr val="lt1"/>
                </a:solidFill>
                <a:latin typeface="Calibri"/>
                <a:ea typeface="Calibri"/>
                <a:cs typeface="Calibri"/>
                <a:sym typeface="Calibri"/>
              </a:rPr>
              <a:t> – 15</a:t>
            </a:r>
            <a:r>
              <a:rPr lang="en-US" sz="1800" b="1" baseline="30000">
                <a:solidFill>
                  <a:schemeClr val="lt1"/>
                </a:solidFill>
                <a:latin typeface="Calibri"/>
                <a:ea typeface="Calibri"/>
                <a:cs typeface="Calibri"/>
                <a:sym typeface="Calibri"/>
              </a:rPr>
              <a:t>th</a:t>
            </a:r>
            <a:r>
              <a:rPr lang="en-US" sz="1800" b="1">
                <a:solidFill>
                  <a:schemeClr val="lt1"/>
                </a:solidFill>
                <a:latin typeface="Calibri"/>
                <a:ea typeface="Calibri"/>
                <a:cs typeface="Calibri"/>
                <a:sym typeface="Calibri"/>
              </a:rPr>
              <a:t> February 2025</a:t>
            </a:r>
            <a:endParaRPr sz="1800">
              <a:solidFill>
                <a:schemeClr val="dk1"/>
              </a:solidFill>
              <a:latin typeface="Calibri"/>
              <a:ea typeface="Calibri"/>
              <a:cs typeface="Calibri"/>
              <a:sym typeface="Calibri"/>
            </a:endParaRPr>
          </a:p>
        </p:txBody>
      </p:sp>
      <p:sp>
        <p:nvSpPr>
          <p:cNvPr id="464" name="Google Shape;464;p18"/>
          <p:cNvSpPr txBox="1">
            <a:spLocks noGrp="1"/>
          </p:cNvSpPr>
          <p:nvPr>
            <p:ph type="dt" idx="10"/>
          </p:nvPr>
        </p:nvSpPr>
        <p:spPr>
          <a:xfrm>
            <a:off x="44604" y="5915810"/>
            <a:ext cx="2876396" cy="412123"/>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sz="2000" b="1">
                <a:solidFill>
                  <a:srgbClr val="002060"/>
                </a:solidFill>
                <a:latin typeface="Times New Roman"/>
                <a:ea typeface="Times New Roman"/>
                <a:cs typeface="Times New Roman"/>
                <a:sym typeface="Times New Roman"/>
              </a:rPr>
              <a:t>13</a:t>
            </a:r>
            <a:r>
              <a:rPr lang="en-US" sz="2000" b="1" baseline="30000">
                <a:solidFill>
                  <a:srgbClr val="002060"/>
                </a:solidFill>
                <a:latin typeface="Times New Roman"/>
                <a:ea typeface="Times New Roman"/>
                <a:cs typeface="Times New Roman"/>
                <a:sym typeface="Times New Roman"/>
              </a:rPr>
              <a:t>th</a:t>
            </a:r>
            <a:r>
              <a:rPr lang="en-US" sz="2000" b="1">
                <a:solidFill>
                  <a:srgbClr val="002060"/>
                </a:solidFill>
                <a:latin typeface="Times New Roman"/>
                <a:ea typeface="Times New Roman"/>
                <a:cs typeface="Times New Roman"/>
                <a:sym typeface="Times New Roman"/>
              </a:rPr>
              <a:t> February 2025</a:t>
            </a:r>
            <a:endParaRPr/>
          </a:p>
        </p:txBody>
      </p:sp>
      <p:sp>
        <p:nvSpPr>
          <p:cNvPr id="465" name="Google Shape;465;p18"/>
          <p:cNvSpPr/>
          <p:nvPr/>
        </p:nvSpPr>
        <p:spPr>
          <a:xfrm>
            <a:off x="10607040" y="671238"/>
            <a:ext cx="1231221" cy="514423"/>
          </a:xfrm>
          <a:prstGeom prst="rect">
            <a:avLst/>
          </a:prstGeom>
          <a:blipFill rotWithShape="1">
            <a:blip r:embed="rId5">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theme/theme1.xml><?xml version="1.0" encoding="utf-8"?>
<a:theme xmlns:a="http://schemas.openxmlformats.org/drawingml/2006/main" name="tf03460604_win32">
  <a:themeElements>
    <a:clrScheme name="Green Yellow">
      <a:dk1>
        <a:srgbClr val="000000"/>
      </a:dk1>
      <a:lt1>
        <a:srgbClr val="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Green Yellow">
      <a:dk1>
        <a:srgbClr val="000000"/>
      </a:dk1>
      <a:lt1>
        <a:srgbClr val="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1864</Words>
  <Application>Microsoft Office PowerPoint</Application>
  <PresentationFormat>Widescreen</PresentationFormat>
  <Paragraphs>267</Paragraphs>
  <Slides>18</Slides>
  <Notes>18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18</vt:i4>
      </vt:variant>
    </vt:vector>
  </HeadingPairs>
  <TitlesOfParts>
    <vt:vector size="30" baseType="lpstr">
      <vt:lpstr>Times New Roman</vt:lpstr>
      <vt:lpstr>Noto Sans Symbols</vt:lpstr>
      <vt:lpstr>Helvetica Neue</vt:lpstr>
      <vt:lpstr>Poppins</vt:lpstr>
      <vt:lpstr>Arial</vt:lpstr>
      <vt:lpstr>Pinyon Script</vt:lpstr>
      <vt:lpstr>Libre Baskerville</vt:lpstr>
      <vt:lpstr>Georgia</vt:lpstr>
      <vt:lpstr>Book Antiqua</vt:lpstr>
      <vt:lpstr>Calibri</vt:lpstr>
      <vt:lpstr>Garamond</vt:lpstr>
      <vt:lpstr>tf03460604_win32</vt:lpstr>
      <vt:lpstr>PowerPoint Presentation</vt:lpstr>
      <vt:lpstr>Introduction </vt:lpstr>
      <vt:lpstr>Problem Statement</vt:lpstr>
      <vt:lpstr>Related work</vt:lpstr>
      <vt:lpstr>Contrast with Related works</vt:lpstr>
      <vt:lpstr>Research Questions</vt:lpstr>
      <vt:lpstr>Objectives</vt:lpstr>
      <vt:lpstr>Outcomes and Impacts</vt:lpstr>
      <vt:lpstr>Methodology</vt:lpstr>
      <vt:lpstr>PowerPoint Presentation</vt:lpstr>
      <vt:lpstr>Experimental Results</vt:lpstr>
      <vt:lpstr>Experimental Results</vt:lpstr>
      <vt:lpstr>Experimental Results</vt:lpstr>
      <vt:lpstr>Conclusion</vt:lpstr>
      <vt:lpstr>Future Research Direction</vt:lpstr>
      <vt:lpstr>References </vt:lpstr>
      <vt:lpstr>Acknowledgement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joo</dc:creator>
  <cp:lastModifiedBy>DCL</cp:lastModifiedBy>
  <cp:revision>1</cp:revision>
  <dcterms:created xsi:type="dcterms:W3CDTF">2021-03-30T06:05:31Z</dcterms:created>
  <dcterms:modified xsi:type="dcterms:W3CDTF">2025-02-12T05:45:28Z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